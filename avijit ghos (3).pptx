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59" r:id="rId1"/>
    <p:sldMasterId id="2147483679" r:id="rId2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 snapToGrid="0">
      <p:cViewPr varScale="1">
        <p:scale>
          <a:sx n="112" d="100"/>
          <a:sy n="112" d="100"/>
        </p:scale>
        <p:origin x="0" y="0"/>
      </p:cViewPr>
      <p:guideLst>
        <p:guide orient="horz" pos="1616"/>
        <p:guide pos="2848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theme" Target="theme/theme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75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9525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457200" indent="-298450">
              <a:spcBef>
                <a:spcPts val="0"/>
              </a:spcBef>
              <a:spcAft>
                <a:spcPts val="0"/>
              </a:spcAft>
              <a:buSzPts val="1100"/>
              <a:buFont typeface="Droid Sans"/>
              <a:buChar char="●"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429147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pitchFamily="0" charset="0"/>
        <a:ea typeface="Arial" pitchFamily="0" charset="0"/>
        <a:cs typeface="Arial" pitchFamily="0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22971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183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81034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22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615292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250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320841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314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12016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321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978522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327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411370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333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2182"/>
      </p:ext>
    </p:extLst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359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16272"/>
      </p:ext>
    </p:extLst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426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275744"/>
      </p:ext>
    </p:extLst>
  </p:cSld>
  <p:clrMapOvr>
    <a:masterClrMapping/>
  </p:clrMapOvr>
</p:notes>
</file>

<file path=ppt/notesSlides/notesSlide1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对象"/>
          <p:cNvSpPr>
            <a:spLocks noGrp="1"/>
          </p:cNvSpPr>
          <p:nvPr>
            <p:ph type="sldImg" idx="2"/>
          </p:nvPr>
        </p:nvSpPr>
        <p:spPr>
          <a:xfrm rot="0">
            <a:off x="381299" y="685800"/>
            <a:ext cx="6096000" cy="34290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cmpd="sng" cap="flat">
            <a:noFill/>
            <a:prstDash val="solid"/>
            <a:miter/>
          </a:ln>
        </p:spPr>
      </p:sp>
      <p:sp>
        <p:nvSpPr>
          <p:cNvPr id="436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08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1597818"/>
            <a:ext cx="7772400" cy="11025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49"/>
            <a:ext cx="6400800" cy="131444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250422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21686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127100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635795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321460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87049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3098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2967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5598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320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324263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1597818"/>
            <a:ext cx="7772400" cy="11025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49"/>
            <a:ext cx="6400800" cy="131444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887731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216026"/>
      </p:ext>
    </p:extLst>
  </p:cSld>
  <p:clrMapOvr>
    <a:masterClrMapping xmlns:a="http://schemas.openxmlformats.org/drawingml/2006/main"/>
  </p:clrMapOvr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256930"/>
      </p:ext>
    </p:extLst>
  </p:cSld>
  <p:clrMapOvr>
    <a:masterClrMapping xmlns:a="http://schemas.openxmlformats.org/drawingml/2006/main"/>
  </p:clrMapOvr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125863"/>
      </p:ext>
    </p:extLst>
  </p:cSld>
  <p:clrMapOvr>
    <a:masterClrMapping xmlns:a="http://schemas.openxmlformats.org/drawingml/2006/main"/>
  </p:clrMapOvr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11176"/>
      </p:ext>
    </p:extLst>
  </p:cSld>
  <p:clrMapOvr>
    <a:masterClrMapping xmlns:a="http://schemas.openxmlformats.org/drawingml/2006/main"/>
  </p:clrMapOvr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49879"/>
      </p:ext>
    </p:extLst>
  </p:cSld>
  <p:clrMapOvr>
    <a:masterClrMapping xmlns:a="http://schemas.openxmlformats.org/drawingml/2006/main"/>
  </p:clrMapOvr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9653"/>
      </p:ext>
    </p:extLst>
  </p:cSld>
  <p:clrMapOvr>
    <a:masterClrMapping xmlns:a="http://schemas.openxmlformats.org/drawingml/2006/main"/>
  </p:clrMapOvr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19892"/>
      </p:ext>
    </p:extLst>
  </p:cSld>
  <p:clrMapOvr>
    <a:masterClrMapping xmlns:a="http://schemas.openxmlformats.org/drawingml/2006/main"/>
  </p:clrMapOvr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489340"/>
      </p:ext>
    </p:extLst>
  </p:cSld>
  <p:clrMapOvr>
    <a:masterClrMapping xmlns:a="http://schemas.openxmlformats.org/drawingml/2006/main"/>
  </p:clrMapOvr>
</p:sldLayout>
</file>

<file path=ppt/slideLayouts/slideLayout21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07260"/>
      </p:ext>
    </p:extLst>
  </p:cSld>
  <p:clrMapOvr>
    <a:masterClrMapping xmlns:a="http://schemas.openxmlformats.org/drawingml/2006/main"/>
  </p:clrMapOvr>
</p:sldLayout>
</file>

<file path=ppt/slideLayouts/slideLayout22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616614"/>
      </p:ext>
    </p:extLst>
  </p:cSld>
  <p:clrMapOvr>
    <a:masterClrMapping xmlns:a="http://schemas.openxmlformats.org/drawingml/2006/main"/>
  </p:clrMapOvr>
</p:sldLayout>
</file>

<file path=ppt/slideLayouts/slideLayout2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3535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1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130200" y="4291350"/>
            <a:ext cx="4922100" cy="739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2" name="弦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-900003">
            <a:off x="2618331" y="-723216"/>
            <a:ext cx="4001240" cy="1687704"/>
          </a:xfrm>
          <a:prstGeom xmlns:a="http://schemas.openxmlformats.org/drawingml/2006/main" prst="chord">
            <a:avLst>
              <a:gd name="adj1" fmla="val 694140"/>
              <a:gd name="adj2" fmla="val 11948531"/>
            </a:avLst>
          </a:prstGeom>
          <a:noFill xmlns:a="http://schemas.openxmlformats.org/drawingml/2006/main"/>
          <a:ln xmlns:a="http://schemas.openxmlformats.org/drawingml/2006/main" w="9525" cmpd="sng" cap="flat">
            <a:solidFill>
              <a:srgbClr val="69615E"/>
            </a:solidFill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13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138475" y="228600"/>
            <a:ext cx="2164500" cy="338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4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28600" y="4445350"/>
            <a:ext cx="4823700" cy="21000"/>
          </a:xfrm>
          <a:prstGeom xmlns:a="http://schemas.openxmlformats.org/drawingml/2006/main" prst="rect"/>
          <a:solidFill xmlns:a="http://schemas.openxmlformats.org/drawingml/2006/main">
            <a:srgbClr val="F0B03B"/>
          </a:solidFill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grpSp>
        <p:nvGrpSpPr>
          <p:cNvPr id="17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 rot="10800000" flipH="1">
            <a:off x="4395237" y="-10"/>
            <a:ext cx="4748757" cy="2797858"/>
            <a:chOff x="4395237" y="-10"/>
            <a:chExt cx="4748757" cy="2797858"/>
          </a:xfrm>
        </p:grpSpPr>
        <p:sp>
          <p:nvSpPr>
            <p:cNvPr id="15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5196563" y="1221"/>
              <a:ext cx="3947431" cy="2796626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341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9783"/>
                  </a:lnTo>
                  <a:close/>
                </a:path>
              </a:pathLst>
            </a:custGeom>
            <a:gradFill xmlns:a="http://schemas.openxmlformats.org/drawingml/2006/main" rotWithShape="1">
              <a:gsLst>
                <a:gs pos="0">
                  <a:srgbClr val="FF5777">
                    <a:alpha val="100000"/>
                  </a:srgbClr>
                </a:gs>
                <a:gs pos="21000">
                  <a:srgbClr val="F0B03B">
                    <a:alpha val="100000"/>
                  </a:srgbClr>
                </a:gs>
                <a:gs pos="51000">
                  <a:srgbClr val="FFEB67">
                    <a:alpha val="100000"/>
                  </a:srgbClr>
                </a:gs>
                <a:gs pos="79000">
                  <a:srgbClr val="FFEB67">
                    <a:alpha val="100000"/>
                  </a:srgbClr>
                </a:gs>
                <a:gs pos="91000">
                  <a:srgbClr val="41CC6B">
                    <a:alpha val="100000"/>
                  </a:srgbClr>
                </a:gs>
                <a:gs pos="100000">
                  <a:srgbClr val="4285F4">
                    <a:alpha val="100000"/>
                  </a:srgbClr>
                </a:gs>
              </a:gsLst>
              <a:lin ang="5400000" scaled="1"/>
            </a:gradFill>
            <a:ln xmlns:a="http://schemas.openxmlformats.org/drawingml/2006/main" cmpd="sng" cap="flat">
              <a:noFill/>
              <a:prstDash val="solid"/>
              <a:round/>
            </a:ln>
          </p:spPr>
        </p:sp>
        <p:sp>
          <p:nvSpPr>
            <p:cNvPr id="16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4395238" y="-10"/>
              <a:ext cx="1428519" cy="2797858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12269" y="21600"/>
                  </a:lnTo>
                  <a:lnTo>
                    <a:pt x="0" y="21600"/>
                  </a:lnTo>
                  <a:close/>
                </a:path>
              </a:pathLst>
            </a:custGeom>
            <a:solidFill xmlns:a="http://schemas.openxmlformats.org/drawingml/2006/main">
              <a:schemeClr val="accent5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</p:grpSp>
      <p:grpSp>
        <p:nvGrpSpPr>
          <p:cNvPr id="37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 flipH="1">
            <a:off x="6309310" y="2793726"/>
            <a:ext cx="2834695" cy="1890116"/>
            <a:chOff x="6309310" y="2793726"/>
            <a:chExt cx="2834695" cy="1890116"/>
          </a:xfrm>
        </p:grpSpPr>
        <p:grpSp>
          <p:nvGrpSpPr>
            <p:cNvPr id="35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6309310" y="2793726"/>
              <a:ext cx="2362246" cy="1890116"/>
              <a:chOff x="6309310" y="2793726"/>
              <a:chExt cx="2362246" cy="1890116"/>
            </a:xfrm>
          </p:grpSpPr>
          <p:grpSp>
            <p:nvGrpSpPr>
              <p:cNvPr id="21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6309310" y="2793726"/>
                <a:ext cx="2362246" cy="472449"/>
                <a:chOff x="6309310" y="2793726"/>
                <a:chExt cx="2362246" cy="472449"/>
              </a:xfrm>
            </p:grpSpPr>
            <p:sp>
              <p:nvSpPr>
                <p:cNvPr id="1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6309310" y="2793726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6781760" y="2793726"/>
                  <a:ext cx="472448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199107" y="2793726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26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6309310" y="3266335"/>
                <a:ext cx="1889797" cy="472449"/>
                <a:chOff x="6309310" y="3266335"/>
                <a:chExt cx="1889797" cy="472449"/>
              </a:xfrm>
            </p:grpSpPr>
            <p:sp>
              <p:nvSpPr>
                <p:cNvPr id="2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6309310" y="3266335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6781760" y="3266335"/>
                  <a:ext cx="472448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254210" y="3266335"/>
                  <a:ext cx="472448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726658" y="3266335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31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6309310" y="3738784"/>
                <a:ext cx="2362246" cy="472449"/>
                <a:chOff x="6309310" y="3738784"/>
                <a:chExt cx="2362246" cy="472449"/>
              </a:xfrm>
            </p:grpSpPr>
            <p:sp>
              <p:nvSpPr>
                <p:cNvPr id="27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6309310" y="3738784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254210" y="3738784"/>
                  <a:ext cx="472448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726658" y="3738784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3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199107" y="3738784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34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6309310" y="4211393"/>
                <a:ext cx="1889797" cy="472449"/>
                <a:chOff x="6309310" y="4211393"/>
                <a:chExt cx="1889797" cy="472449"/>
              </a:xfrm>
            </p:grpSpPr>
            <p:sp>
              <p:nvSpPr>
                <p:cNvPr id="3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6309310" y="4211393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3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726658" y="4211393"/>
                  <a:ext cx="472449" cy="472449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69615E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40" tIns="45720" rIns="91440" bIns="45720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</p:grpSp>
        <p:sp>
          <p:nvSpPr>
            <p:cNvPr id="36" name="矩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8671557" y="4210250"/>
              <a:ext cx="472448" cy="47244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 w="9525" cmpd="sng" cap="flat">
              <a:solidFill>
                <a:srgbClr val="69615E"/>
              </a:solidFill>
              <a:prstDash val="solid"/>
              <a:round/>
            </a:ln>
          </p:spPr>
          <p:txBody>
            <a:bodyPr xmlns:a="http://schemas.openxmlformats.org/drawingml/2006/main" vert="horz" wrap="square" lIns="91440" tIns="45720" rIns="91440" bIns="45720" anchor="ctr" anchorCtr="0">
              <a:prstTxWarp prst="textNoShape"/>
            </a:bodyPr>
            <a:lstStyle xmlns:a="http://schemas.openxmlformats.org/drawingml/2006/main"/>
            <a:p xmlns:a="http://schemas.openxmlformats.org/drawingml/2006/main"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4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endParaRPr>
            </a:p>
          </p:txBody>
        </p:sp>
      </p:grpSp>
      <p:sp>
        <p:nvSpPr>
          <p:cNvPr id="38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74600" y="2891049"/>
            <a:ext cx="5876700" cy="1440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lnSpc>
                <a:spcPct val="7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144363"/>
      </p:ext>
    </p:extLst>
  </p:cSld>
  <p:clrMapOvr>
    <a:masterClrMapping xmlns:a="http://schemas.openxmlformats.org/drawingml/2006/main"/>
  </p:clrMapOvr>
</p:sldLayout>
</file>

<file path=ppt/slideLayouts/slideLayout24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E3DF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pSp>
        <p:nvGrpSpPr>
          <p:cNvPr id="119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115026" y="363"/>
            <a:ext cx="5125634" cy="5143564"/>
            <a:chOff x="115026" y="363"/>
            <a:chExt cx="5125634" cy="5143564"/>
          </a:xfrm>
        </p:grpSpPr>
        <p:grpSp>
          <p:nvGrpSpPr>
            <p:cNvPr id="117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115026" y="363"/>
              <a:ext cx="4271367" cy="5143564"/>
              <a:chOff x="115026" y="363"/>
              <a:chExt cx="4271367" cy="5143564"/>
            </a:xfrm>
          </p:grpSpPr>
          <p:grpSp>
            <p:nvGrpSpPr>
              <p:cNvPr id="99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115035" y="363"/>
                <a:ext cx="4271349" cy="5143564"/>
                <a:chOff x="115035" y="363"/>
                <a:chExt cx="4271349" cy="5143564"/>
              </a:xfrm>
            </p:grpSpPr>
            <p:sp>
              <p:nvSpPr>
                <p:cNvPr id="9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15035" y="363"/>
                  <a:ext cx="854273" cy="96786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95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311" y="4788040"/>
                  <a:ext cx="854273" cy="355887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96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823561" y="737"/>
                  <a:ext cx="854273" cy="96786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97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677835" y="737"/>
                  <a:ext cx="854273" cy="96786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9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3532111" y="737"/>
                  <a:ext cx="854273" cy="96786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105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115026" y="968550"/>
                <a:ext cx="4271367" cy="954708"/>
                <a:chOff x="115026" y="968550"/>
                <a:chExt cx="4271367" cy="954708"/>
              </a:xfrm>
            </p:grpSpPr>
            <p:sp>
              <p:nvSpPr>
                <p:cNvPr id="10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15026" y="96855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1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299" y="96855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823573" y="96855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677846" y="96855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3532120" y="96855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111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115026" y="1923258"/>
                <a:ext cx="4271367" cy="2864451"/>
                <a:chOff x="115026" y="1923258"/>
                <a:chExt cx="4271367" cy="2864451"/>
              </a:xfrm>
            </p:grpSpPr>
            <p:sp>
              <p:nvSpPr>
                <p:cNvPr id="106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15026" y="3833001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7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299" y="1923258"/>
                  <a:ext cx="854273" cy="954707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823573" y="1923258"/>
                  <a:ext cx="854273" cy="954707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0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677846" y="1923258"/>
                  <a:ext cx="854273" cy="954707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1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3532120" y="1923258"/>
                  <a:ext cx="854273" cy="954707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116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115026" y="2878290"/>
                <a:ext cx="4271367" cy="954708"/>
                <a:chOff x="115026" y="2878290"/>
                <a:chExt cx="4271367" cy="954708"/>
              </a:xfrm>
            </p:grpSpPr>
            <p:sp>
              <p:nvSpPr>
                <p:cNvPr id="11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15026" y="287829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1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299" y="287829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1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677846" y="287829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15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3532120" y="2878290"/>
                  <a:ext cx="854273" cy="954708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</p:grpSp>
        <p:sp>
          <p:nvSpPr>
            <p:cNvPr id="118" name="矩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4386387" y="363"/>
              <a:ext cx="854273" cy="96786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 w="9525" cmpd="sng" cap="flat">
              <a:solidFill>
                <a:srgbClr val="FFFFFF"/>
              </a:solidFill>
              <a:prstDash val="solid"/>
              <a:round/>
            </a:ln>
          </p:spPr>
          <p:txBody>
            <a:bodyPr xmlns:a="http://schemas.openxmlformats.org/drawingml/2006/main" vert="horz" wrap="square" lIns="91425" tIns="91425" rIns="91425" bIns="91425" anchor="ctr" anchorCtr="0">
              <a:prstTxWarp prst="textNoShape"/>
            </a:bodyPr>
            <a:lstStyle xmlns:a="http://schemas.openxmlformats.org/drawingml/2006/main"/>
            <a:p xmlns:a="http://schemas.openxmlformats.org/drawingml/2006/main"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4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endParaRPr>
            </a:p>
          </p:txBody>
        </p:sp>
      </p:grpSp>
      <p:grpSp>
        <p:nvGrpSpPr>
          <p:cNvPr id="146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 rot="5400000" flipH="1">
            <a:off x="7145337" y="3274875"/>
            <a:ext cx="2221199" cy="1481050"/>
            <a:chOff x="7145337" y="3274875"/>
            <a:chExt cx="2221199" cy="1481050"/>
          </a:xfrm>
        </p:grpSpPr>
        <p:grpSp>
          <p:nvGrpSpPr>
            <p:cNvPr id="144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7145338" y="3274875"/>
              <a:ext cx="1850999" cy="1481050"/>
              <a:chOff x="7145338" y="3274875"/>
              <a:chExt cx="1850999" cy="1481050"/>
            </a:xfrm>
          </p:grpSpPr>
          <p:grpSp>
            <p:nvGrpSpPr>
              <p:cNvPr id="125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7145338" y="3274875"/>
                <a:ext cx="1850999" cy="370200"/>
                <a:chOff x="7145338" y="3274875"/>
                <a:chExt cx="1850999" cy="370200"/>
              </a:xfrm>
            </p:grpSpPr>
            <p:sp>
              <p:nvSpPr>
                <p:cNvPr id="12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145338" y="32748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1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515539" y="32748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885738" y="32748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255938" y="32748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626138" y="32748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131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7145338" y="3645200"/>
                <a:ext cx="1850999" cy="370200"/>
                <a:chOff x="7145338" y="3645200"/>
                <a:chExt cx="1850999" cy="370200"/>
              </a:xfrm>
            </p:grpSpPr>
            <p:sp>
              <p:nvSpPr>
                <p:cNvPr id="126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145338" y="36452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7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515539" y="36452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885738" y="36452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2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255938" y="36452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3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626138" y="36452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137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7145338" y="4015400"/>
                <a:ext cx="1850999" cy="370200"/>
                <a:chOff x="7145338" y="4015400"/>
                <a:chExt cx="1850999" cy="370200"/>
              </a:xfrm>
            </p:grpSpPr>
            <p:sp>
              <p:nvSpPr>
                <p:cNvPr id="13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145338" y="40154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3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515539" y="40154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3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885738" y="40154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35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255938" y="40154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36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626138" y="401540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143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7145338" y="4385725"/>
                <a:ext cx="1850999" cy="370200"/>
                <a:chOff x="7145338" y="4385725"/>
                <a:chExt cx="1850999" cy="370200"/>
              </a:xfrm>
            </p:grpSpPr>
            <p:sp>
              <p:nvSpPr>
                <p:cNvPr id="13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145338" y="43857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3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515539" y="43857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4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7885738" y="43857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41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255938" y="43857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14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8626138" y="43857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</p:grpSp>
        <p:sp>
          <p:nvSpPr>
            <p:cNvPr id="145" name="矩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8996338" y="3274875"/>
              <a:ext cx="370199" cy="37019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 w="9525" cmpd="sng" cap="flat">
              <a:solidFill>
                <a:srgbClr val="FFFFFF"/>
              </a:solidFill>
              <a:prstDash val="solid"/>
              <a:round/>
            </a:ln>
          </p:spPr>
          <p:txBody>
            <a:bodyPr xmlns:a="http://schemas.openxmlformats.org/drawingml/2006/main" vert="horz" wrap="square" lIns="91425" tIns="91425" rIns="91425" bIns="91425" anchor="ctr" anchorCtr="0">
              <a:prstTxWarp prst="textNoShape"/>
            </a:bodyPr>
            <a:lstStyle xmlns:a="http://schemas.openxmlformats.org/drawingml/2006/main"/>
            <a:p xmlns:a="http://schemas.openxmlformats.org/drawingml/2006/main"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4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endParaRPr>
            </a:p>
          </p:txBody>
        </p:sp>
      </p:grpSp>
      <p:sp>
        <p:nvSpPr>
          <p:cNvPr id="147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255775" y="3774250"/>
            <a:ext cx="2888225" cy="136925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112" y="73"/>
                </a:lnTo>
                <a:lnTo>
                  <a:pt x="20612" y="176"/>
                </a:lnTo>
                <a:lnTo>
                  <a:pt x="20111" y="293"/>
                </a:lnTo>
                <a:lnTo>
                  <a:pt x="19603" y="425"/>
                </a:lnTo>
                <a:lnTo>
                  <a:pt x="19088" y="587"/>
                </a:lnTo>
                <a:lnTo>
                  <a:pt x="18573" y="763"/>
                </a:lnTo>
                <a:lnTo>
                  <a:pt x="18045" y="953"/>
                </a:lnTo>
                <a:lnTo>
                  <a:pt x="17523" y="1159"/>
                </a:lnTo>
                <a:lnTo>
                  <a:pt x="16987" y="1394"/>
                </a:lnTo>
                <a:lnTo>
                  <a:pt x="16459" y="1629"/>
                </a:lnTo>
                <a:lnTo>
                  <a:pt x="15923" y="1893"/>
                </a:lnTo>
                <a:lnTo>
                  <a:pt x="15380" y="2172"/>
                </a:lnTo>
                <a:lnTo>
                  <a:pt x="14845" y="2465"/>
                </a:lnTo>
                <a:lnTo>
                  <a:pt x="14302" y="2788"/>
                </a:lnTo>
                <a:lnTo>
                  <a:pt x="13759" y="3111"/>
                </a:lnTo>
                <a:lnTo>
                  <a:pt x="13217" y="3463"/>
                </a:lnTo>
                <a:lnTo>
                  <a:pt x="12584" y="3888"/>
                </a:lnTo>
                <a:lnTo>
                  <a:pt x="11958" y="4329"/>
                </a:lnTo>
                <a:lnTo>
                  <a:pt x="11346" y="4783"/>
                </a:lnTo>
                <a:lnTo>
                  <a:pt x="10733" y="5253"/>
                </a:lnTo>
                <a:lnTo>
                  <a:pt x="10135" y="5752"/>
                </a:lnTo>
                <a:lnTo>
                  <a:pt x="9551" y="6251"/>
                </a:lnTo>
                <a:lnTo>
                  <a:pt x="8967" y="6764"/>
                </a:lnTo>
                <a:lnTo>
                  <a:pt x="8403" y="7307"/>
                </a:lnTo>
                <a:lnTo>
                  <a:pt x="7846" y="7850"/>
                </a:lnTo>
                <a:lnTo>
                  <a:pt x="7304" y="8408"/>
                </a:lnTo>
                <a:lnTo>
                  <a:pt x="6768" y="8980"/>
                </a:lnTo>
                <a:lnTo>
                  <a:pt x="6254" y="9552"/>
                </a:lnTo>
                <a:lnTo>
                  <a:pt x="5746" y="10154"/>
                </a:lnTo>
                <a:lnTo>
                  <a:pt x="5259" y="10756"/>
                </a:lnTo>
                <a:lnTo>
                  <a:pt x="4779" y="11372"/>
                </a:lnTo>
                <a:lnTo>
                  <a:pt x="4320" y="12003"/>
                </a:lnTo>
                <a:lnTo>
                  <a:pt x="3888" y="12605"/>
                </a:lnTo>
                <a:lnTo>
                  <a:pt x="3478" y="13221"/>
                </a:lnTo>
                <a:lnTo>
                  <a:pt x="3088" y="13837"/>
                </a:lnTo>
                <a:lnTo>
                  <a:pt x="2720" y="14453"/>
                </a:lnTo>
                <a:lnTo>
                  <a:pt x="2365" y="15070"/>
                </a:lnTo>
                <a:lnTo>
                  <a:pt x="2038" y="15686"/>
                </a:lnTo>
                <a:lnTo>
                  <a:pt x="1732" y="16302"/>
                </a:lnTo>
                <a:lnTo>
                  <a:pt x="1447" y="16904"/>
                </a:lnTo>
                <a:lnTo>
                  <a:pt x="1182" y="17520"/>
                </a:lnTo>
                <a:lnTo>
                  <a:pt x="946" y="18122"/>
                </a:lnTo>
                <a:lnTo>
                  <a:pt x="834" y="18415"/>
                </a:lnTo>
                <a:lnTo>
                  <a:pt x="723" y="18723"/>
                </a:lnTo>
                <a:lnTo>
                  <a:pt x="626" y="19017"/>
                </a:lnTo>
                <a:lnTo>
                  <a:pt x="528" y="19310"/>
                </a:lnTo>
                <a:lnTo>
                  <a:pt x="445" y="19604"/>
                </a:lnTo>
                <a:lnTo>
                  <a:pt x="361" y="19897"/>
                </a:lnTo>
                <a:lnTo>
                  <a:pt x="285" y="20191"/>
                </a:lnTo>
                <a:lnTo>
                  <a:pt x="215" y="20470"/>
                </a:lnTo>
                <a:lnTo>
                  <a:pt x="153" y="20763"/>
                </a:lnTo>
                <a:lnTo>
                  <a:pt x="97" y="21042"/>
                </a:lnTo>
                <a:lnTo>
                  <a:pt x="41" y="21321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148" name="弦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5400000">
            <a:off x="6256650" y="3649999"/>
            <a:ext cx="1392300" cy="3359400"/>
          </a:xfrm>
          <a:prstGeom xmlns:a="http://schemas.openxmlformats.org/drawingml/2006/main" prst="chord">
            <a:avLst>
              <a:gd name="adj1" fmla="val 5820069"/>
              <a:gd name="adj2" fmla="val 15784537"/>
            </a:avLst>
          </a:prstGeom>
          <a:noFill xmlns:a="http://schemas.openxmlformats.org/drawingml/2006/main"/>
          <a:ln xmlns:a="http://schemas.openxmlformats.org/drawingml/2006/main" w="19050" cmpd="sng" cap="flat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149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4482800" y="3963975"/>
            <a:ext cx="3972600" cy="277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50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4482800" y="3731112"/>
            <a:ext cx="1481099" cy="19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51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38100" y="93150"/>
            <a:ext cx="1583400" cy="189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52" name="文本框"/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 rot="0">
            <a:off x="115025" y="471075"/>
            <a:ext cx="3941700" cy="1200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53" name="文本框"/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 rot="0">
            <a:off x="4482800" y="3428650"/>
            <a:ext cx="3972600" cy="277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54" name="文本框"/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 rot="0">
            <a:off x="4482800" y="3195786"/>
            <a:ext cx="1481099" cy="19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55" name="文本框"/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 rot="0">
            <a:off x="4482800" y="2894863"/>
            <a:ext cx="3972600" cy="277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56" name="文本框"/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 rot="0">
            <a:off x="4482800" y="2662000"/>
            <a:ext cx="1481099" cy="19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57" name="文本框"/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 rot="0">
            <a:off x="4482800" y="2361863"/>
            <a:ext cx="3972600" cy="2771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58" name="文本框"/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 rot="0">
            <a:off x="4482800" y="2129000"/>
            <a:ext cx="1481099" cy="19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59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4482800" y="1829238"/>
            <a:ext cx="3972600" cy="2771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60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4482800" y="1596375"/>
            <a:ext cx="1481099" cy="19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1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4482800" y="1296613"/>
            <a:ext cx="3972600" cy="2771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62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4482800" y="1063750"/>
            <a:ext cx="1481099" cy="19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4774929"/>
            <a:ext cx="1939200" cy="189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4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49011"/>
      </p:ext>
    </p:extLst>
  </p:cSld>
  <p:clrMapOvr>
    <a:masterClrMapping xmlns:a="http://schemas.openxmlformats.org/drawingml/2006/main"/>
  </p:clrMapOvr>
</p:sldLayout>
</file>

<file path=ppt/slideLayouts/slideLayout25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E3DF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84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210550" y="-7150"/>
            <a:ext cx="945374" cy="145300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13321"/>
                </a:moveTo>
                <a:lnTo>
                  <a:pt x="21600" y="21600"/>
                </a:lnTo>
                <a:lnTo>
                  <a:pt x="21470" y="0"/>
                </a:lnTo>
                <a:lnTo>
                  <a:pt x="1378" y="11"/>
                </a:lnTo>
                <a:close/>
              </a:path>
            </a:pathLst>
          </a:custGeom>
          <a:solidFill xmlns:a="http://schemas.openxmlformats.org/drawingml/2006/main">
            <a:srgbClr val="353535"/>
          </a:soli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185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614025" y="-6850"/>
            <a:ext cx="3659250" cy="1404775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808" y="0"/>
                </a:moveTo>
                <a:lnTo>
                  <a:pt x="0" y="21600"/>
                </a:lnTo>
                <a:lnTo>
                  <a:pt x="21316" y="13802"/>
                </a:lnTo>
                <a:lnTo>
                  <a:pt x="21600" y="105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41CC6B">
                  <a:alpha val="100000"/>
                </a:srgbClr>
              </a:gs>
              <a:gs pos="35000">
                <a:srgbClr val="41CC6B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8040000" scaled="1"/>
          </a:gra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186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15025" y="502775"/>
            <a:ext cx="5829000" cy="1200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7" name="文本框"/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 rot="0">
            <a:off x="38100" y="93150"/>
            <a:ext cx="1583400" cy="189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8" name="文本框"/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 rot="0">
            <a:off x="2117950" y="2031200"/>
            <a:ext cx="825900" cy="361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89" name="文本框"/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 rot="0">
            <a:off x="3987300" y="2031200"/>
            <a:ext cx="825900" cy="361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90" name="文本框"/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 rot="0">
            <a:off x="389050" y="2031200"/>
            <a:ext cx="825900" cy="361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91" name="文本框"/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 rot="0">
            <a:off x="5858938" y="2031200"/>
            <a:ext cx="825899" cy="361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92" name="文本框"/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 rot="0">
            <a:off x="7730563" y="1797200"/>
            <a:ext cx="825899" cy="361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19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148300" y="2960850"/>
            <a:ext cx="1374600" cy="1056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 algn="ctr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endParaRPr lang="zh-CN" altLang="en-US"/>
          </a:p>
        </p:txBody>
      </p:sp>
      <p:sp>
        <p:nvSpPr>
          <p:cNvPr id="194" name="文本框"/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 rot="0">
            <a:off x="3601450" y="2960850"/>
            <a:ext cx="1579500" cy="1056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 algn="ctr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endParaRPr lang="zh-CN" altLang="en-US"/>
          </a:p>
        </p:txBody>
      </p:sp>
      <p:sp>
        <p:nvSpPr>
          <p:cNvPr id="195" name="文本框"/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 rot="0">
            <a:off x="5565675" y="2960850"/>
            <a:ext cx="1487700" cy="1056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 algn="ctr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endParaRPr lang="zh-CN" altLang="en-US"/>
          </a:p>
        </p:txBody>
      </p:sp>
      <p:sp>
        <p:nvSpPr>
          <p:cNvPr id="196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7346300" y="3194850"/>
            <a:ext cx="1649399" cy="1439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 algn="ctr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Medium" pitchFamily="0" charset="0"/>
              <a:buChar char="●"/>
            </a:pPr>
            <a:endParaRPr lang="zh-CN" altLang="en-US"/>
          </a:p>
        </p:txBody>
      </p:sp>
      <p:sp>
        <p:nvSpPr>
          <p:cNvPr id="197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1842125" y="2960850"/>
            <a:ext cx="1374600" cy="1056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 algn="ctr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endParaRPr lang="zh-CN" altLang="en-US"/>
          </a:p>
        </p:txBody>
      </p:sp>
      <p:sp>
        <p:nvSpPr>
          <p:cNvPr id="198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4774929"/>
            <a:ext cx="1939200" cy="189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97360"/>
      </p:ext>
    </p:extLst>
  </p:cSld>
  <p:clrMapOvr>
    <a:masterClrMapping xmlns:a="http://schemas.openxmlformats.org/drawingml/2006/main"/>
  </p:clrMapOvr>
</p:sldLayout>
</file>

<file path=ppt/slideLayouts/slideLayout26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E3DF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2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861425" y="3065475"/>
            <a:ext cx="3282599" cy="2078950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597" y="0"/>
                </a:moveTo>
                <a:lnTo>
                  <a:pt x="21600" y="21593"/>
                </a:lnTo>
                <a:lnTo>
                  <a:pt x="0" y="21600"/>
                </a:lnTo>
                <a:lnTo>
                  <a:pt x="9181" y="1128"/>
                </a:lnTo>
                <a:close/>
              </a:path>
            </a:pathLst>
          </a:custGeom>
          <a:solidFill xmlns:a="http://schemas.openxmlformats.org/drawingml/2006/main">
            <a:schemeClr val="accent5"/>
          </a:solidFill>
          <a:ln xmlns:a="http://schemas.openxmlformats.org/drawingml/2006/main" cmpd="sng" cap="flat">
            <a:noFill/>
            <a:prstDash val="solid"/>
            <a:round/>
          </a:ln>
        </p:spPr>
      </p:sp>
      <p:sp>
        <p:nvSpPr>
          <p:cNvPr id="222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818024" y="1675"/>
            <a:ext cx="2326300" cy="3183925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4028" y="21600"/>
                </a:moveTo>
                <a:lnTo>
                  <a:pt x="0" y="3165"/>
                </a:lnTo>
                <a:lnTo>
                  <a:pt x="21600" y="0"/>
                </a:lnTo>
                <a:lnTo>
                  <a:pt x="21592" y="20785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3500000" scaled="1"/>
          </a:gradFill>
          <a:ln xmlns:a="http://schemas.openxmlformats.org/drawingml/2006/main" cmpd="sng" cap="flat">
            <a:noFill/>
            <a:prstDash val="solid"/>
            <a:round/>
          </a:ln>
        </p:spPr>
      </p:sp>
      <p:grpSp>
        <p:nvGrpSpPr>
          <p:cNvPr id="236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24" y="4625"/>
            <a:ext cx="2329792" cy="795413"/>
            <a:chOff x="24" y="4625"/>
            <a:chExt cx="2329792" cy="795413"/>
          </a:xfrm>
        </p:grpSpPr>
        <p:grpSp>
          <p:nvGrpSpPr>
            <p:cNvPr id="228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 rot="10800000" flipH="1">
              <a:off x="28" y="395097"/>
              <a:ext cx="1927788" cy="404940"/>
              <a:chOff x="28" y="395097"/>
              <a:chExt cx="1927788" cy="404940"/>
            </a:xfrm>
          </p:grpSpPr>
          <p:sp>
            <p:nvSpPr>
              <p:cNvPr id="223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28" y="395097"/>
                <a:ext cx="319342" cy="40494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24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319371" y="395097"/>
                <a:ext cx="402111" cy="40494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25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21483" y="395097"/>
                <a:ext cx="402111" cy="40494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26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1123594" y="395097"/>
                <a:ext cx="402111" cy="40494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27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1525705" y="395097"/>
                <a:ext cx="402111" cy="40494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234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 rot="10800000" flipH="1">
              <a:off x="24" y="4625"/>
              <a:ext cx="1927788" cy="390559"/>
              <a:chOff x="24" y="4625"/>
              <a:chExt cx="1927788" cy="390559"/>
            </a:xfrm>
          </p:grpSpPr>
          <p:sp>
            <p:nvSpPr>
              <p:cNvPr id="229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24" y="4625"/>
                <a:ext cx="319342" cy="39055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30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319367" y="4625"/>
                <a:ext cx="402111" cy="39055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31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21479" y="4625"/>
                <a:ext cx="402111" cy="39055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32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1123590" y="4625"/>
                <a:ext cx="402111" cy="39055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33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1525701" y="4625"/>
                <a:ext cx="402111" cy="39055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sp>
          <p:nvSpPr>
            <p:cNvPr id="235" name="矩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rot="10800000">
              <a:off x="1927817" y="394988"/>
              <a:ext cx="402000" cy="40504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 w="9525" cmpd="sng" cap="flat">
              <a:solidFill>
                <a:srgbClr val="FFFFFF"/>
              </a:solidFill>
              <a:prstDash val="solid"/>
              <a:round/>
            </a:ln>
          </p:spPr>
          <p:txBody>
            <a:bodyPr xmlns:a="http://schemas.openxmlformats.org/drawingml/2006/main" vert="horz" wrap="square" lIns="91425" tIns="91425" rIns="91425" bIns="91425" anchor="ctr" anchorCtr="0">
              <a:prstTxWarp prst="textNoShape"/>
            </a:bodyPr>
            <a:lstStyle xmlns:a="http://schemas.openxmlformats.org/drawingml/2006/main"/>
            <a:p xmlns:a="http://schemas.openxmlformats.org/drawingml/2006/main"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4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endParaRPr>
            </a:p>
          </p:txBody>
        </p:sp>
      </p:grpSp>
      <p:sp>
        <p:nvSpPr>
          <p:cNvPr id="237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96025" y="1206300"/>
            <a:ext cx="6507000" cy="18761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238" name="弦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386111">
            <a:off x="5422314" y="2861786"/>
            <a:ext cx="5875318" cy="1732905"/>
          </a:xfrm>
          <a:prstGeom xmlns:a="http://schemas.openxmlformats.org/drawingml/2006/main" prst="chord">
            <a:avLst>
              <a:gd name="adj1" fmla="val 2600939"/>
              <a:gd name="adj2" fmla="val 18561180"/>
            </a:avLst>
          </a:prstGeom>
          <a:noFill xmlns:a="http://schemas.openxmlformats.org/drawingml/2006/main"/>
          <a:ln xmlns:a="http://schemas.openxmlformats.org/drawingml/2006/main" w="9525" cmpd="sng" cap="flat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39" name="弦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1800094">
            <a:off x="5534438" y="2649896"/>
            <a:ext cx="4427191" cy="1750358"/>
          </a:xfrm>
          <a:prstGeom xmlns:a="http://schemas.openxmlformats.org/drawingml/2006/main" prst="chord">
            <a:avLst>
              <a:gd name="adj1" fmla="val 837047"/>
              <a:gd name="adj2" fmla="val 19665286"/>
            </a:avLst>
          </a:prstGeom>
          <a:noFill xmlns:a="http://schemas.openxmlformats.org/drawingml/2006/main"/>
          <a:ln xmlns:a="http://schemas.openxmlformats.org/drawingml/2006/main" w="9525" cmpd="sng" cap="flat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40" name="文本框"/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 rot="0">
            <a:off x="38100" y="93150"/>
            <a:ext cx="1583400" cy="189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241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115025" y="3062925"/>
            <a:ext cx="3759600" cy="1659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b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242" name="文本框"/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 rot="0">
            <a:off x="228600" y="4774929"/>
            <a:ext cx="1939200" cy="189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243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222693"/>
      </p:ext>
    </p:extLst>
  </p:cSld>
  <p:clrMapOvr>
    <a:masterClrMapping xmlns:a="http://schemas.openxmlformats.org/drawingml/2006/main"/>
  </p:clrMapOvr>
</p:sldLayout>
</file>

<file path=ppt/slideLayouts/slideLayout27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E3DF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pSp>
        <p:nvGrpSpPr>
          <p:cNvPr id="277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228600" y="2793625"/>
            <a:ext cx="2221200" cy="1481050"/>
            <a:chOff x="228600" y="2793625"/>
            <a:chExt cx="2221200" cy="1481050"/>
          </a:xfrm>
        </p:grpSpPr>
        <p:grpSp>
          <p:nvGrpSpPr>
            <p:cNvPr id="275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228600" y="2793625"/>
              <a:ext cx="1850999" cy="1481050"/>
              <a:chOff x="228600" y="2793625"/>
              <a:chExt cx="1850999" cy="1481050"/>
            </a:xfrm>
          </p:grpSpPr>
          <p:grpSp>
            <p:nvGrpSpPr>
              <p:cNvPr id="256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228600" y="2793625"/>
                <a:ext cx="1850999" cy="370200"/>
                <a:chOff x="228600" y="2793625"/>
                <a:chExt cx="1850999" cy="370200"/>
              </a:xfrm>
            </p:grpSpPr>
            <p:sp>
              <p:nvSpPr>
                <p:cNvPr id="251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28600" y="2793625"/>
                  <a:ext cx="370200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598800" y="27936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000" y="27936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339200" y="27936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5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709400" y="279362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262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228600" y="3163950"/>
                <a:ext cx="1850999" cy="370200"/>
                <a:chOff x="228600" y="3163950"/>
                <a:chExt cx="1850999" cy="370200"/>
              </a:xfrm>
            </p:grpSpPr>
            <p:sp>
              <p:nvSpPr>
                <p:cNvPr id="257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28600" y="3163950"/>
                  <a:ext cx="370200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8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598800" y="31639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5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000" y="31639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6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339200" y="31639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61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709400" y="31639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268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228600" y="3534150"/>
                <a:ext cx="1850999" cy="370200"/>
                <a:chOff x="228600" y="3534150"/>
                <a:chExt cx="1850999" cy="370200"/>
              </a:xfrm>
            </p:grpSpPr>
            <p:sp>
              <p:nvSpPr>
                <p:cNvPr id="26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28600" y="3534150"/>
                  <a:ext cx="370200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64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598800" y="35341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65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000" y="35341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66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339200" y="35341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67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709400" y="3534150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  <p:grpSp>
            <p:nvGrpSpPr>
              <p:cNvPr id="274" name="组合"/>
              <p:cNvGrpSpPr>
                <a:grpSpLocks xmlns:a="http://schemas.openxmlformats.org/drawingml/2006/main"/>
              </p:cNvGrpSpPr>
              <p:nvPr/>
            </p:nvGrpSpPr>
            <p:grpSpPr>
              <a:xfrm xmlns:a="http://schemas.openxmlformats.org/drawingml/2006/main">
                <a:off x="228600" y="3904475"/>
                <a:ext cx="1850999" cy="370200"/>
                <a:chOff x="228600" y="3904475"/>
                <a:chExt cx="1850999" cy="370200"/>
              </a:xfrm>
            </p:grpSpPr>
            <p:sp>
              <p:nvSpPr>
                <p:cNvPr id="269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228600" y="3904475"/>
                  <a:ext cx="370200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70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598800" y="39044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71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969000" y="39044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72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339200" y="39044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  <p:sp>
              <p:nvSpPr>
                <p:cNvPr id="273" name="矩形"/>
                <p:cNvSpPr>
                  <a:spLocks xmlns:a="http://schemas.openxmlformats.org/drawingml/2006/main"/>
                </p:cNvSpPr>
                <p:nvPr/>
              </p:nvSpPr>
              <p:spPr>
                <a:xfrm xmlns:a="http://schemas.openxmlformats.org/drawingml/2006/main" rot="0">
                  <a:off x="1709400" y="3904475"/>
                  <a:ext cx="370199" cy="370200"/>
                </a:xfrm>
                <a:prstGeom xmlns:a="http://schemas.openxmlformats.org/drawingml/2006/main" prst="rect"/>
                <a:noFill xmlns:a="http://schemas.openxmlformats.org/drawingml/2006/main"/>
                <a:ln xmlns:a="http://schemas.openxmlformats.org/drawingml/2006/main" w="9525" cmpd="sng" cap="flat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 xmlns:a="http://schemas.openxmlformats.org/drawingml/2006/main" vert="horz" wrap="square" lIns="91425" tIns="91425" rIns="91425" bIns="91425" anchor="ctr" anchorCtr="0">
                  <a:prstTxWarp prst="textNoShape"/>
                </a:bodyPr>
                <a:lstStyle xmlns:a="http://schemas.openxmlformats.org/drawingml/2006/main"/>
                <a:p xmlns:a="http://schemas.openxmlformats.org/drawingml/2006/main">
                  <a:pPr marL="0" indent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zh-CN" altLang="en-US" sz="1400" b="0" i="0" u="none" strike="noStrike" kern="0" cap="none" spc="0" baseline="0">
                    <a:solidFill>
                      <a:srgbClr val="353535"/>
                    </a:solidFill>
                    <a:latin typeface="Sora" pitchFamily="0" charset="0"/>
                    <a:ea typeface="Sora" pitchFamily="0" charset="0"/>
                    <a:cs typeface="Sora" pitchFamily="0" charset="0"/>
                    <a:sym typeface="Sora" pitchFamily="0" charset="0"/>
                  </a:endParaRPr>
                </a:p>
              </p:txBody>
            </p:sp>
          </p:grpSp>
        </p:grpSp>
        <p:sp>
          <p:nvSpPr>
            <p:cNvPr id="276" name="矩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2079600" y="2793625"/>
              <a:ext cx="370199" cy="37019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 w="9525" cmpd="sng" cap="flat">
              <a:solidFill>
                <a:srgbClr val="FFFFFF"/>
              </a:solidFill>
              <a:prstDash val="solid"/>
              <a:round/>
            </a:ln>
          </p:spPr>
          <p:txBody>
            <a:bodyPr xmlns:a="http://schemas.openxmlformats.org/drawingml/2006/main" vert="horz" wrap="square" lIns="91425" tIns="91425" rIns="91425" bIns="91425" anchor="ctr" anchorCtr="0">
              <a:prstTxWarp prst="textNoShape"/>
            </a:bodyPr>
            <a:lstStyle xmlns:a="http://schemas.openxmlformats.org/drawingml/2006/main"/>
            <a:p xmlns:a="http://schemas.openxmlformats.org/drawingml/2006/main"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zh-CN" altLang="en-US" sz="14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endParaRPr>
            </a:p>
          </p:txBody>
        </p:sp>
      </p:grpSp>
      <p:grpSp>
        <p:nvGrpSpPr>
          <p:cNvPr id="298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7663200" y="-725"/>
            <a:ext cx="1480799" cy="1396025"/>
            <a:chOff x="7663200" y="-725"/>
            <a:chExt cx="1480799" cy="1396025"/>
          </a:xfrm>
        </p:grpSpPr>
        <p:grpSp>
          <p:nvGrpSpPr>
            <p:cNvPr id="282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7663200" y="-725"/>
              <a:ext cx="1480799" cy="285300"/>
              <a:chOff x="7663200" y="-725"/>
              <a:chExt cx="1480799" cy="285300"/>
            </a:xfrm>
          </p:grpSpPr>
          <p:sp>
            <p:nvSpPr>
              <p:cNvPr id="278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663200" y="-725"/>
                <a:ext cx="370199" cy="28530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79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033400" y="-725"/>
                <a:ext cx="370199" cy="28530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80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403600" y="-725"/>
                <a:ext cx="370199" cy="28530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81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73800" y="-725"/>
                <a:ext cx="370199" cy="285300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287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7663200" y="284575"/>
              <a:ext cx="1480799" cy="370199"/>
              <a:chOff x="7663200" y="284575"/>
              <a:chExt cx="1480799" cy="370199"/>
            </a:xfrm>
          </p:grpSpPr>
          <p:sp>
            <p:nvSpPr>
              <p:cNvPr id="283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663200" y="2845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84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033400" y="2845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85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403600" y="2845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86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73800" y="2845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292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7663200" y="654775"/>
              <a:ext cx="1480799" cy="370199"/>
              <a:chOff x="7663200" y="654775"/>
              <a:chExt cx="1480799" cy="370199"/>
            </a:xfrm>
          </p:grpSpPr>
          <p:sp>
            <p:nvSpPr>
              <p:cNvPr id="288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663200" y="6547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89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033400" y="6547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90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403600" y="6547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91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73800" y="654775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297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>
              <a:off x="7663200" y="1025100"/>
              <a:ext cx="1480799" cy="370199"/>
              <a:chOff x="7663200" y="1025100"/>
              <a:chExt cx="1480799" cy="370199"/>
            </a:xfrm>
          </p:grpSpPr>
          <p:sp>
            <p:nvSpPr>
              <p:cNvPr id="293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663200" y="1025100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94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033400" y="1025100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95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403600" y="1025100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296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73800" y="1025100"/>
                <a:ext cx="370199" cy="370199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FFFFFF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</p:grpSp>
      <p:grpSp>
        <p:nvGrpSpPr>
          <p:cNvPr id="301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1843925" y="-725"/>
            <a:ext cx="7300076" cy="5144087"/>
            <a:chOff x="1843925" y="-725"/>
            <a:chExt cx="7300076" cy="5144087"/>
          </a:xfrm>
        </p:grpSpPr>
        <p:sp>
          <p:nvSpPr>
            <p:cNvPr id="299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843925" y="-725"/>
              <a:ext cx="7300076" cy="4960685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5653" y="0"/>
                  </a:moveTo>
                  <a:lnTo>
                    <a:pt x="0" y="17705"/>
                  </a:lnTo>
                  <a:lnTo>
                    <a:pt x="18528" y="21600"/>
                  </a:lnTo>
                  <a:lnTo>
                    <a:pt x="21600" y="11664"/>
                  </a:lnTo>
                  <a:lnTo>
                    <a:pt x="21600" y="5724"/>
                  </a:lnTo>
                  <a:lnTo>
                    <a:pt x="17321" y="0"/>
                  </a:lnTo>
                  <a:close/>
                </a:path>
              </a:pathLst>
            </a:custGeom>
            <a:gradFill xmlns:a="http://schemas.openxmlformats.org/drawingml/2006/main" rotWithShape="1">
              <a:gsLst>
                <a:gs pos="0">
                  <a:srgbClr val="41CC6B">
                    <a:alpha val="100000"/>
                  </a:srgbClr>
                </a:gs>
                <a:gs pos="77000">
                  <a:srgbClr val="FFEB67">
                    <a:alpha val="100000"/>
                  </a:srgbClr>
                </a:gs>
                <a:gs pos="100000">
                  <a:srgbClr val="FFEB67">
                    <a:alpha val="100000"/>
                  </a:srgbClr>
                </a:gs>
              </a:gsLst>
              <a:lin ang="8040000" scaled="1"/>
            </a:gradFill>
            <a:ln xmlns:a="http://schemas.openxmlformats.org/drawingml/2006/main" cmpd="sng" cap="flat">
              <a:noFill/>
              <a:prstDash val="solid"/>
              <a:round/>
            </a:ln>
          </p:spPr>
        </p:sp>
        <p:sp>
          <p:nvSpPr>
            <p:cNvPr id="300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843925" y="4065624"/>
              <a:ext cx="6285225" cy="1077737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554" y="21600"/>
                  </a:lnTo>
                  <a:lnTo>
                    <a:pt x="21600" y="21600"/>
                  </a:lnTo>
                  <a:lnTo>
                    <a:pt x="21521" y="17898"/>
                  </a:lnTo>
                  <a:close/>
                </a:path>
              </a:pathLst>
            </a:custGeom>
            <a:solidFill xmlns:a="http://schemas.openxmlformats.org/drawingml/2006/main">
              <a:schemeClr val="accent5"/>
            </a:solidFill>
            <a:ln xmlns:a="http://schemas.openxmlformats.org/drawingml/2006/main" cmpd="sng" cap="flat">
              <a:noFill/>
              <a:prstDash val="solid"/>
              <a:round/>
            </a:ln>
          </p:spPr>
        </p:sp>
      </p:grpSp>
      <p:sp>
        <p:nvSpPr>
          <p:cNvPr id="302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4631450" y="2170025"/>
            <a:ext cx="2896200" cy="1887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endParaRPr lang="zh-CN" altLang="en-US"/>
          </a:p>
        </p:txBody>
      </p:sp>
      <p:sp>
        <p:nvSpPr>
          <p:cNvPr id="303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38100" y="93150"/>
            <a:ext cx="1583400" cy="189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04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4631450" y="827575"/>
            <a:ext cx="2896200" cy="1200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endParaRPr lang="zh-CN" altLang="en-US"/>
          </a:p>
        </p:txBody>
      </p:sp>
      <p:sp>
        <p:nvSpPr>
          <p:cNvPr id="305" name="文本框"/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 rot="0">
            <a:off x="115025" y="502775"/>
            <a:ext cx="3905400" cy="587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06" name="文本框"/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 rot="0">
            <a:off x="228600" y="4774929"/>
            <a:ext cx="1939200" cy="189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07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879488"/>
      </p:ext>
    </p:extLst>
  </p:cSld>
  <p:clrMapOvr>
    <a:masterClrMapping xmlns:a="http://schemas.openxmlformats.org/drawingml/2006/main"/>
  </p:clrMapOvr>
</p:sldLayout>
</file>

<file path=ppt/slideLayouts/slideLayout28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E3DF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34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050850" y="3243900"/>
            <a:ext cx="4093093" cy="1899657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21600" y="0"/>
                </a:moveTo>
                <a:lnTo>
                  <a:pt x="21600" y="0"/>
                </a:lnTo>
                <a:lnTo>
                  <a:pt x="21127" y="88"/>
                </a:lnTo>
                <a:lnTo>
                  <a:pt x="20641" y="175"/>
                </a:lnTo>
                <a:lnTo>
                  <a:pt x="20148" y="292"/>
                </a:lnTo>
                <a:lnTo>
                  <a:pt x="19655" y="424"/>
                </a:lnTo>
                <a:lnTo>
                  <a:pt x="19148" y="570"/>
                </a:lnTo>
                <a:lnTo>
                  <a:pt x="18634" y="746"/>
                </a:lnTo>
                <a:lnTo>
                  <a:pt x="18113" y="936"/>
                </a:lnTo>
                <a:lnTo>
                  <a:pt x="17585" y="1140"/>
                </a:lnTo>
                <a:lnTo>
                  <a:pt x="17057" y="1360"/>
                </a:lnTo>
                <a:lnTo>
                  <a:pt x="16523" y="1608"/>
                </a:lnTo>
                <a:lnTo>
                  <a:pt x="15981" y="1872"/>
                </a:lnTo>
                <a:lnTo>
                  <a:pt x="15432" y="2149"/>
                </a:lnTo>
                <a:lnTo>
                  <a:pt x="14883" y="2456"/>
                </a:lnTo>
                <a:lnTo>
                  <a:pt x="14328" y="2763"/>
                </a:lnTo>
                <a:lnTo>
                  <a:pt x="13772" y="3114"/>
                </a:lnTo>
                <a:lnTo>
                  <a:pt x="13216" y="3465"/>
                </a:lnTo>
                <a:lnTo>
                  <a:pt x="13216" y="3465"/>
                </a:lnTo>
                <a:lnTo>
                  <a:pt x="12564" y="3904"/>
                </a:lnTo>
                <a:lnTo>
                  <a:pt x="11925" y="4358"/>
                </a:lnTo>
                <a:lnTo>
                  <a:pt x="11293" y="4826"/>
                </a:lnTo>
                <a:lnTo>
                  <a:pt x="10674" y="5308"/>
                </a:lnTo>
                <a:lnTo>
                  <a:pt x="10070" y="5806"/>
                </a:lnTo>
                <a:lnTo>
                  <a:pt x="9480" y="6317"/>
                </a:lnTo>
                <a:lnTo>
                  <a:pt x="8896" y="6844"/>
                </a:lnTo>
                <a:lnTo>
                  <a:pt x="8327" y="7370"/>
                </a:lnTo>
                <a:lnTo>
                  <a:pt x="7771" y="7926"/>
                </a:lnTo>
                <a:lnTo>
                  <a:pt x="7237" y="8481"/>
                </a:lnTo>
                <a:lnTo>
                  <a:pt x="6709" y="9037"/>
                </a:lnTo>
                <a:lnTo>
                  <a:pt x="6202" y="9608"/>
                </a:lnTo>
                <a:lnTo>
                  <a:pt x="5702" y="10193"/>
                </a:lnTo>
                <a:lnTo>
                  <a:pt x="5229" y="10778"/>
                </a:lnTo>
                <a:lnTo>
                  <a:pt x="4764" y="11377"/>
                </a:lnTo>
                <a:lnTo>
                  <a:pt x="4326" y="11977"/>
                </a:lnTo>
                <a:lnTo>
                  <a:pt x="3896" y="12576"/>
                </a:lnTo>
                <a:lnTo>
                  <a:pt x="3493" y="13191"/>
                </a:lnTo>
                <a:lnTo>
                  <a:pt x="3104" y="13790"/>
                </a:lnTo>
                <a:lnTo>
                  <a:pt x="2736" y="14404"/>
                </a:lnTo>
                <a:lnTo>
                  <a:pt x="2382" y="15019"/>
                </a:lnTo>
                <a:lnTo>
                  <a:pt x="2055" y="15633"/>
                </a:lnTo>
                <a:lnTo>
                  <a:pt x="1750" y="16247"/>
                </a:lnTo>
                <a:lnTo>
                  <a:pt x="1458" y="16861"/>
                </a:lnTo>
                <a:lnTo>
                  <a:pt x="1194" y="17461"/>
                </a:lnTo>
                <a:lnTo>
                  <a:pt x="951" y="18075"/>
                </a:lnTo>
                <a:lnTo>
                  <a:pt x="840" y="18367"/>
                </a:lnTo>
                <a:lnTo>
                  <a:pt x="736" y="18675"/>
                </a:lnTo>
                <a:lnTo>
                  <a:pt x="632" y="18967"/>
                </a:lnTo>
                <a:lnTo>
                  <a:pt x="541" y="19274"/>
                </a:lnTo>
                <a:lnTo>
                  <a:pt x="451" y="19567"/>
                </a:lnTo>
                <a:lnTo>
                  <a:pt x="368" y="19859"/>
                </a:lnTo>
                <a:lnTo>
                  <a:pt x="291" y="20152"/>
                </a:lnTo>
                <a:lnTo>
                  <a:pt x="222" y="20444"/>
                </a:lnTo>
                <a:lnTo>
                  <a:pt x="152" y="20737"/>
                </a:lnTo>
                <a:lnTo>
                  <a:pt x="97" y="21029"/>
                </a:lnTo>
                <a:lnTo>
                  <a:pt x="41" y="2132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2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 cmpd="sng" cap="flat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35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123025" y="-3887"/>
            <a:ext cx="3022649" cy="837525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6504" y="21600"/>
                </a:lnTo>
                <a:lnTo>
                  <a:pt x="21589" y="13377"/>
                </a:lnTo>
                <a:lnTo>
                  <a:pt x="21600" y="0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0800000" scaled="1"/>
          </a:gradFill>
          <a:ln xmlns:a="http://schemas.openxmlformats.org/drawingml/2006/main" cmpd="sng" cap="flat">
            <a:noFill/>
            <a:prstDash val="solid"/>
            <a:round/>
          </a:ln>
          <a:effectLst xmlns:a="http://schemas.openxmlformats.org/drawingml/2006/main">
            <a:outerShdw sx="100000" sy="100000" algn="bl" rotWithShape="0" blurRad="700088" dist="219075" dir="5700000">
              <a:srgbClr val="F0B03B">
                <a:alpha val="39607"/>
              </a:srgbClr>
            </a:outerShdw>
          </a:effectLst>
        </p:spPr>
      </p:sp>
      <p:sp>
        <p:nvSpPr>
          <p:cNvPr id="336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143300" y="1526962"/>
            <a:ext cx="2197500" cy="402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37" name="文本框"/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 rot="0">
            <a:off x="3820750" y="1526962"/>
            <a:ext cx="2197500" cy="402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38" name="文本框"/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 rot="0">
            <a:off x="1129950" y="1992625"/>
            <a:ext cx="2024700" cy="6887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39" name="文本框"/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 rot="0">
            <a:off x="1129950" y="2801602"/>
            <a:ext cx="2024700" cy="688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0" name="文本框"/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 rot="0">
            <a:off x="1129950" y="3610580"/>
            <a:ext cx="2024700" cy="688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1" name="文本框"/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 rot="0">
            <a:off x="3820750" y="1992625"/>
            <a:ext cx="3350700" cy="6887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2" name="文本框"/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 rot="0">
            <a:off x="3820750" y="2801550"/>
            <a:ext cx="3350700" cy="688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3" name="文本框"/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 rot="0">
            <a:off x="3820750" y="3610475"/>
            <a:ext cx="3350700" cy="688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4" name="文本框"/>
          <p:cNvSpPr>
            <a:spLocks xmlns:a="http://schemas.openxmlformats.org/drawingml/2006/main" noGrp="1"/>
          </p:cNvSpPr>
          <p:nvPr>
            <p:ph type="title" idx="9"/>
          </p:nvPr>
        </p:nvSpPr>
        <p:spPr>
          <a:xfrm xmlns:a="http://schemas.openxmlformats.org/drawingml/2006/main" rot="0">
            <a:off x="38100" y="93150"/>
            <a:ext cx="1583400" cy="189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45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115025" y="502775"/>
            <a:ext cx="6440400" cy="6887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46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2127325"/>
            <a:ext cx="739800" cy="4194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7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4774929"/>
            <a:ext cx="1939200" cy="189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48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2936225"/>
            <a:ext cx="739800" cy="4194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49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3745125"/>
            <a:ext cx="739800" cy="4194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50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00032"/>
      </p:ext>
    </p:extLst>
  </p:cSld>
  <p:clrMapOvr>
    <a:masterClrMapping xmlns:a="http://schemas.openxmlformats.org/drawingml/2006/main"/>
  </p:clrMapOvr>
</p:sldLayout>
</file>

<file path=ppt/slideLayouts/slideLayout29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3535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60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1867950" y="2035300"/>
            <a:ext cx="2700000" cy="82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0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DFD6"/>
              </a:buClr>
              <a:buSzPts val="1000"/>
              <a:buFont typeface="Sora ExtraLight" pitchFamily="0" charset="0"/>
              <a:buChar char="●"/>
            </a:pPr>
            <a:endParaRPr lang="zh-CN" altLang="en-US"/>
          </a:p>
        </p:txBody>
      </p:sp>
      <p:sp>
        <p:nvSpPr>
          <p:cNvPr id="361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1867950" y="3405150"/>
            <a:ext cx="2700000" cy="82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0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DFD6"/>
              </a:buClr>
              <a:buSzPts val="1000"/>
              <a:buFont typeface="Sora ExtraLight" pitchFamily="0" charset="0"/>
              <a:buChar char="●"/>
            </a:pPr>
            <a:endParaRPr lang="zh-CN" altLang="en-US"/>
          </a:p>
        </p:txBody>
      </p:sp>
      <p:sp>
        <p:nvSpPr>
          <p:cNvPr id="362" name="文本框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 rot="0">
            <a:off x="5297575" y="2035300"/>
            <a:ext cx="2700000" cy="82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0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DFD6"/>
              </a:buClr>
              <a:buSzPts val="1000"/>
              <a:buFont typeface="Sora ExtraLight" pitchFamily="0" charset="0"/>
              <a:buChar char="●"/>
            </a:pPr>
            <a:endParaRPr lang="zh-CN" altLang="en-US"/>
          </a:p>
        </p:txBody>
      </p:sp>
      <p:sp>
        <p:nvSpPr>
          <p:cNvPr id="363" name="文本框"/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 rot="0">
            <a:off x="5297575" y="3405150"/>
            <a:ext cx="2700000" cy="8229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0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3DFD6"/>
              </a:buClr>
              <a:buSzPts val="1000"/>
              <a:buFont typeface="Sora ExtraLight" pitchFamily="0" charset="0"/>
              <a:buChar char="●"/>
            </a:pPr>
            <a:endParaRPr lang="zh-CN" altLang="en-US"/>
          </a:p>
        </p:txBody>
      </p:sp>
      <p:grpSp>
        <p:nvGrpSpPr>
          <p:cNvPr id="382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7073603" y="0"/>
            <a:ext cx="2070407" cy="1617374"/>
            <a:chOff x="7073603" y="0"/>
            <a:chExt cx="2070407" cy="1617374"/>
          </a:xfrm>
        </p:grpSpPr>
        <p:grpSp>
          <p:nvGrpSpPr>
            <p:cNvPr id="366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 rot="10800000">
              <a:off x="8365258" y="1186818"/>
              <a:ext cx="778677" cy="430555"/>
              <a:chOff x="8365258" y="1186818"/>
              <a:chExt cx="778677" cy="430555"/>
            </a:xfrm>
          </p:grpSpPr>
          <p:sp>
            <p:nvSpPr>
              <p:cNvPr id="364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365258" y="1186822"/>
                <a:ext cx="348210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65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13385" y="1186818"/>
                <a:ext cx="430551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371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 rot="10800000">
              <a:off x="7073603" y="756123"/>
              <a:ext cx="2069571" cy="430553"/>
              <a:chOff x="7073603" y="756123"/>
              <a:chExt cx="2069571" cy="430553"/>
            </a:xfrm>
          </p:grpSpPr>
          <p:sp>
            <p:nvSpPr>
              <p:cNvPr id="367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073603" y="756125"/>
                <a:ext cx="347511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68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420967" y="756123"/>
                <a:ext cx="430551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69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851519" y="756123"/>
                <a:ext cx="430551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70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12623" y="756123"/>
                <a:ext cx="430551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375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 rot="10800000">
              <a:off x="7504155" y="325573"/>
              <a:ext cx="1291655" cy="430551"/>
              <a:chOff x="7504155" y="325573"/>
              <a:chExt cx="1291655" cy="430551"/>
            </a:xfrm>
          </p:grpSpPr>
          <p:sp>
            <p:nvSpPr>
              <p:cNvPr id="372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504155" y="325573"/>
                <a:ext cx="430552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73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934707" y="325573"/>
                <a:ext cx="430551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74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365259" y="325573"/>
                <a:ext cx="430552" cy="430551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  <p:grpSp>
          <p:nvGrpSpPr>
            <p:cNvPr id="381" name="组合"/>
            <p:cNvGrpSpPr>
              <a:grpSpLocks xmlns:a="http://schemas.openxmlformats.org/drawingml/2006/main"/>
            </p:cNvGrpSpPr>
            <p:nvPr/>
          </p:nvGrpSpPr>
          <p:grpSpPr>
            <a:xfrm xmlns:a="http://schemas.openxmlformats.org/drawingml/2006/main" rot="10800000">
              <a:off x="7073603" y="0"/>
              <a:ext cx="2070407" cy="325530"/>
              <a:chOff x="7073603" y="0"/>
              <a:chExt cx="2070407" cy="325530"/>
            </a:xfrm>
          </p:grpSpPr>
          <p:sp>
            <p:nvSpPr>
              <p:cNvPr id="376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073603" y="0"/>
                <a:ext cx="348209" cy="325528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77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421810" y="0"/>
                <a:ext cx="430552" cy="325528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78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7852355" y="1"/>
                <a:ext cx="430552" cy="325528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79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282907" y="1"/>
                <a:ext cx="430551" cy="325528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  <p:sp>
            <p:nvSpPr>
              <p:cNvPr id="380" name="矩形"/>
              <p:cNvSpPr>
                <a:spLocks xmlns:a="http://schemas.openxmlformats.org/drawingml/2006/main"/>
              </p:cNvSpPr>
              <p:nvPr/>
            </p:nvSpPr>
            <p:spPr>
              <a:xfrm xmlns:a="http://schemas.openxmlformats.org/drawingml/2006/main" rot="0">
                <a:off x="8713460" y="1"/>
                <a:ext cx="430551" cy="325528"/>
              </a:xfrm>
              <a:prstGeom xmlns:a="http://schemas.openxmlformats.org/drawingml/2006/main" prst="rect"/>
              <a:noFill xmlns:a="http://schemas.openxmlformats.org/drawingml/2006/main"/>
              <a:ln xmlns:a="http://schemas.openxmlformats.org/drawingml/2006/main" w="9525" cmpd="sng" cap="flat">
                <a:solidFill>
                  <a:srgbClr val="69615E"/>
                </a:solidFill>
                <a:prstDash val="solid"/>
                <a:round/>
              </a:ln>
            </p:spPr>
            <p:txBody>
              <a:bodyPr xmlns:a="http://schemas.openxmlformats.org/drawingml/2006/main" vert="horz" wrap="square" lIns="91425" tIns="91425" rIns="91425" bIns="91425" anchor="ctr" anchorCtr="0">
                <a:prstTxWarp prst="textNoShape"/>
              </a:bodyPr>
              <a:lstStyle xmlns:a="http://schemas.openxmlformats.org/drawingml/2006/main"/>
              <a:p xmlns:a="http://schemas.openxmlformats.org/drawingml/2006/main">
                <a:pPr marL="0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zh-CN" altLang="en-US" sz="1400" b="0" i="0" u="none" strike="noStrike" kern="0" cap="none" spc="0" baseline="0">
                  <a:solidFill>
                    <a:srgbClr val="353535"/>
                  </a:solidFill>
                  <a:latin typeface="Sora" pitchFamily="0" charset="0"/>
                  <a:ea typeface="Sora" pitchFamily="0" charset="0"/>
                  <a:cs typeface="Sora" pitchFamily="0" charset="0"/>
                  <a:sym typeface="Sora" pitchFamily="0" charset="0"/>
                </a:endParaRPr>
              </a:p>
            </p:txBody>
          </p:sp>
        </p:grpSp>
      </p:grpSp>
      <p:sp>
        <p:nvSpPr>
          <p:cNvPr id="383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10800000">
            <a:off x="8088611" y="319799"/>
            <a:ext cx="1055399" cy="18900"/>
          </a:xfrm>
          <a:prstGeom xmlns:a="http://schemas.openxmlformats.org/drawingml/2006/main" prst="rect"/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0800000" scaled="1"/>
          </a:gradFill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84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10800000">
            <a:off x="8088611" y="592679"/>
            <a:ext cx="1055399" cy="18900"/>
          </a:xfrm>
          <a:prstGeom xmlns:a="http://schemas.openxmlformats.org/drawingml/2006/main" prst="rect"/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0800000" scaled="1"/>
          </a:gradFill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85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10800000">
            <a:off x="8088611" y="1172250"/>
            <a:ext cx="1055399" cy="18900"/>
          </a:xfrm>
          <a:prstGeom xmlns:a="http://schemas.openxmlformats.org/drawingml/2006/main" prst="rect"/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0800000" scaled="1"/>
          </a:gradFill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86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10800000">
            <a:off x="8088611" y="869471"/>
            <a:ext cx="1055399" cy="18900"/>
          </a:xfrm>
          <a:prstGeom xmlns:a="http://schemas.openxmlformats.org/drawingml/2006/main" prst="rect"/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0800000" scaled="1"/>
          </a:gradFill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87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38100" y="93150"/>
            <a:ext cx="1583400" cy="189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88" name="文本框"/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 rot="0">
            <a:off x="38100" y="319650"/>
            <a:ext cx="1823100" cy="520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18287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89" name="文本框"/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 rot="0">
            <a:off x="2176499" y="319799"/>
            <a:ext cx="3904199" cy="5202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90" name="文本框"/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 rot="0">
            <a:off x="1867950" y="1692275"/>
            <a:ext cx="2394900" cy="288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91" name="文本框"/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 rot="0">
            <a:off x="1867950" y="3062124"/>
            <a:ext cx="2394900" cy="28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92" name="文本框"/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 rot="0">
            <a:off x="5297575" y="1692275"/>
            <a:ext cx="2394900" cy="288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93" name="文本框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 rot="0">
            <a:off x="5297575" y="3062124"/>
            <a:ext cx="2394900" cy="2883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94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28600" y="4774929"/>
            <a:ext cx="1939200" cy="1892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395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E3DFD6"/>
                </a:solidFill>
                <a:latin typeface="Sora ExtraLight" pitchFamily="0" charset="0"/>
                <a:ea typeface="Sora ExtraLight" pitchFamily="0" charset="0"/>
                <a:cs typeface="Sora ExtraLight" pitchFamily="0" charset="0"/>
                <a:sym typeface="Sora ExtraLight" pitchFamily="0" charset="0"/>
              </a:rPr>
              <a:t>&lt;#&gt;</a:t>
            </a:fld>
            <a:endParaRPr lang="zh-CN" altLang="en-US" sz="1300">
              <a:solidFill>
                <a:srgbClr val="E3DFD6"/>
              </a:solidFill>
              <a:latin typeface="Sora ExtraLight" pitchFamily="0" charset="0"/>
              <a:ea typeface="Sora ExtraLight" pitchFamily="0" charset="0"/>
              <a:cs typeface="Sora ExtraLight" pitchFamily="0" charset="0"/>
              <a:sym typeface="Sora ExtraLigh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53030"/>
      </p:ext>
    </p:extLst>
  </p:cSld>
  <p:clrMapOvr>
    <a:masterClrMapping xmlns:a="http://schemas.openxmlformats.org/drawingml/2006/main"/>
  </p:clrMapOvr>
</p:sldLayout>
</file>

<file path=ppt/slideLayouts/slideLayout30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rgbClr val="E3DF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27" name="椭圆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-900031">
            <a:off x="1792020" y="1182391"/>
            <a:ext cx="5560067" cy="1963507"/>
          </a:xfrm>
          <a:prstGeom xmlns:a="http://schemas.openxmlformats.org/drawingml/2006/main" prst="ellipse"/>
          <a:noFill xmlns:a="http://schemas.openxmlformats.org/drawingml/2006/main"/>
          <a:ln xmlns:a="http://schemas.openxmlformats.org/drawingml/2006/main" w="9525" cmpd="sng" cap="flat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28" name="椭圆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10800000">
            <a:off x="1792025" y="1182400"/>
            <a:ext cx="5559899" cy="1963499"/>
          </a:xfrm>
          <a:prstGeom xmlns:a="http://schemas.openxmlformats.org/drawingml/2006/main" prst="ellipse"/>
          <a:gradFill xmlns:a="http://schemas.openxmlformats.org/drawingml/2006/main" rotWithShape="1">
            <a:gsLst>
              <a:gs pos="0">
                <a:srgbClr val="FF5777">
                  <a:alpha val="100000"/>
                </a:srgbClr>
              </a:gs>
              <a:gs pos="37000">
                <a:srgbClr val="F0B03B">
                  <a:alpha val="100000"/>
                </a:srgbClr>
              </a:gs>
              <a:gs pos="92000">
                <a:srgbClr val="FFEB67">
                  <a:alpha val="100000"/>
                </a:srgbClr>
              </a:gs>
              <a:gs pos="100000">
                <a:srgbClr val="FFEB67">
                  <a:alpha val="100000"/>
                </a:srgbClr>
              </a:gs>
            </a:gsLst>
            <a:lin ang="10800000" scaled="1"/>
          </a:gradFill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29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2351750" y="3857450"/>
            <a:ext cx="4346700" cy="452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marL="457200" indent="-304800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Font typeface="Sora" pitchFamily="0" charset="0"/>
              <a:buChar char="●"/>
            </a:pPr>
            <a:endParaRPr lang="zh-CN" altLang="en-US"/>
          </a:p>
        </p:txBody>
      </p:sp>
      <p:sp>
        <p:nvSpPr>
          <p:cNvPr id="430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2662050" y="1182350"/>
            <a:ext cx="3819900" cy="19634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0"/>
              <a:t>xx%</a:t>
            </a:r>
            <a:endParaRPr lang="zh-CN" altLang="en-US" sz="5500"/>
          </a:p>
        </p:txBody>
      </p:sp>
      <p:sp>
        <p:nvSpPr>
          <p:cNvPr id="431" name="椭圆"/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1" rot="900031">
            <a:off x="1791931" y="1182353"/>
            <a:ext cx="5560067" cy="1963507"/>
          </a:xfrm>
          <a:prstGeom xmlns:a="http://schemas.openxmlformats.org/drawingml/2006/main" prst="ellipse"/>
          <a:noFill xmlns:a="http://schemas.openxmlformats.org/drawingml/2006/main"/>
          <a:ln xmlns:a="http://schemas.openxmlformats.org/drawingml/2006/main" w="9525" cmpd="sng" cap="flat">
            <a:solidFill>
              <a:srgbClr val="FFFFFF"/>
            </a:solidFill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32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556784" y="4749851"/>
            <a:ext cx="548700" cy="3935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round/>
          </a:ln>
        </p:spPr>
        <p:txBody>
          <a:bodyPr xmlns:a="http://schemas.openxmlformats.org/drawingml/2006/main" vert="horz" wrap="square" lIns="91425" tIns="91425" rIns="91425" bIns="91425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984421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theme" Target="../theme/theme2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311700" y="445025"/>
            <a:ext cx="8520600" cy="572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311700" y="1152475"/>
            <a:ext cx="8520600" cy="34164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Droid Sans"/>
              <a:buChar char="●"/>
            </a:pP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/>
          </p:nvPr>
        </p:nvSpPr>
        <p:spPr>
          <a:xfrm rot="0">
            <a:off x="8472458" y="4663217"/>
            <a:ext cx="548700" cy="393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000" b="0" i="0" u="none" strike="noStrike" kern="0" cap="none" spc="0" baseline="0">
                <a:solidFill>
                  <a:srgbClr val="595959"/>
                </a:solidFill>
                <a:latin typeface="Arial" pitchFamily="0" charset="0"/>
                <a:ea typeface="Arial" pitchFamily="0" charset="0"/>
                <a:cs typeface="Arial" pitchFamily="0" charset="0"/>
                <a:sym typeface="Arial" pitchFamily="0" charset="0"/>
              </a:rPr>
              <a:t>&lt;#&gt;</a:t>
            </a:fld>
            <a:endParaRPr lang="zh-CN" altLang="en-US" sz="1000">
              <a:solidFill>
                <a:srgbClr val="595959"/>
              </a:solidFill>
              <a:latin typeface="Arial" pitchFamily="0" charset="0"/>
              <a:ea typeface="Arial" pitchFamily="0" charset="0"/>
              <a:cs typeface="Arial" pitchFamily="0" charset="0"/>
              <a:sym typeface="Arial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5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Masters/slideMaster2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"/>
          <p:cNvSpPr>
            <a:spLocks noGrp="1"/>
          </p:cNvSpPr>
          <p:nvPr>
            <p:ph type="body" idx="1"/>
          </p:nvPr>
        </p:nvSpPr>
        <p:spPr>
          <a:xfrm rot="0">
            <a:off x="228600" y="1452125"/>
            <a:ext cx="5760600" cy="3460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4572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Font typeface="Sora" pitchFamily="0" charset="0"/>
              <a:buChar char="●"/>
            </a:pP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title"/>
          </p:nvPr>
        </p:nvSpPr>
        <p:spPr>
          <a:xfrm rot="0">
            <a:off x="402800" y="197224"/>
            <a:ext cx="6537900" cy="1254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body" idx="2"/>
          </p:nvPr>
        </p:nvSpPr>
        <p:spPr>
          <a:xfrm rot="0">
            <a:off x="3439325" y="1502774"/>
            <a:ext cx="5344800" cy="2439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457200" indent="-304800"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200"/>
              <a:buFont typeface="Sora" pitchFamily="0" charset="0"/>
              <a:buChar char="●"/>
            </a:pPr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&lt;#&gt;</a:t>
            </a:fld>
            <a:endParaRPr lang="zh-CN" altLang="en-US" sz="130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967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hf sldNum="0"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pitchFamily="0" charset="0"/>
          <a:ea typeface="Arial" pitchFamily="0" charset="0"/>
          <a:cs typeface="Arial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image" Target="../media/2.png"/><Relationship Id="rId3" Type="http://schemas.openxmlformats.org/officeDocument/2006/relationships/slideLayout" Target="../slideLayouts/slideLayout28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353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"/>
          <p:cNvSpPr>
            <a:spLocks noGrp="1"/>
          </p:cNvSpPr>
          <p:nvPr>
            <p:ph type="title"/>
          </p:nvPr>
        </p:nvSpPr>
        <p:spPr>
          <a:xfrm rot="0">
            <a:off x="227000" y="3043450"/>
            <a:ext cx="5876700" cy="14400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b" anchorCtr="0">
            <a:prstTxWarp prst="textNoShape"/>
          </a:bodyPr>
          <a:lstStyle/>
          <a:p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0" b="0" i="0" u="none" strike="noStrike" kern="0" cap="none" spc="0" baseline="0">
                <a:solidFill>
                  <a:srgbClr val="E3DFD6"/>
                </a:solidFill>
                <a:latin typeface="Arial" pitchFamily="0" charset="0"/>
                <a:ea typeface="Arial" pitchFamily="0" charset="0"/>
                <a:cs typeface="Lucida Sans"/>
              </a:rPr>
              <a:t>Salary Prediction Using Machine Learning</a:t>
            </a:r>
            <a:endParaRPr lang="zh-CN" altLang="en-US" sz="5500" b="0" i="0" u="none" strike="noStrike" kern="0" cap="none" spc="0" baseline="0">
              <a:solidFill>
                <a:srgbClr val="E3DFD6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42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E3DFD6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1</a:t>
            </a:fld>
            <a:endParaRPr lang="zh-CN" altLang="en-US" sz="13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6574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文本框"/>
          <p:cNvSpPr>
            <a:spLocks noGrp="1"/>
          </p:cNvSpPr>
          <p:nvPr>
            <p:ph type="title" idx="3"/>
          </p:nvPr>
        </p:nvSpPr>
        <p:spPr>
          <a:xfrm rot="0">
            <a:off x="115025" y="471075"/>
            <a:ext cx="3941700" cy="67148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Contents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66" name="文本框"/>
          <p:cNvSpPr>
            <a:spLocks noGrp="1"/>
          </p:cNvSpPr>
          <p:nvPr>
            <p:ph type="title"/>
          </p:nvPr>
        </p:nvSpPr>
        <p:spPr>
          <a:xfrm rot="0">
            <a:off x="228600" y="4748070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167" name="文本框"/>
          <p:cNvSpPr>
            <a:spLocks noGrp="1"/>
          </p:cNvSpPr>
          <p:nvPr>
            <p:ph type="subTitle" idx="5"/>
          </p:nvPr>
        </p:nvSpPr>
        <p:spPr>
          <a:xfrm rot="0">
            <a:off x="4482800" y="3713946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6</a:t>
            </a: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68" name="文本框"/>
          <p:cNvSpPr>
            <a:spLocks noGrp="1"/>
          </p:cNvSpPr>
          <p:nvPr>
            <p:ph type="subTitle" idx="6"/>
          </p:nvPr>
        </p:nvSpPr>
        <p:spPr>
          <a:xfrm rot="0">
            <a:off x="4482800" y="3413023"/>
            <a:ext cx="3972600" cy="27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Algorithms Used &amp; Code Summary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69" name="文本框"/>
          <p:cNvSpPr>
            <a:spLocks noGrp="1"/>
          </p:cNvSpPr>
          <p:nvPr>
            <p:ph type="subTitle" idx="7"/>
          </p:nvPr>
        </p:nvSpPr>
        <p:spPr>
          <a:xfrm rot="0">
            <a:off x="4482800" y="3180160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5</a:t>
            </a: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0" name="文本框"/>
          <p:cNvSpPr>
            <a:spLocks noGrp="1"/>
          </p:cNvSpPr>
          <p:nvPr>
            <p:ph type="subTitle" idx="8"/>
          </p:nvPr>
        </p:nvSpPr>
        <p:spPr>
          <a:xfrm rot="0">
            <a:off x="4482800" y="2880023"/>
            <a:ext cx="3972600" cy="27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Workflow &amp; Libraries Used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1" name="文本框"/>
          <p:cNvSpPr>
            <a:spLocks noGrp="1"/>
          </p:cNvSpPr>
          <p:nvPr>
            <p:ph type="subTitle" idx="9"/>
          </p:nvPr>
        </p:nvSpPr>
        <p:spPr>
          <a:xfrm rot="0">
            <a:off x="4482800" y="2647160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4</a:t>
            </a: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2" name="文本框"/>
          <p:cNvSpPr>
            <a:spLocks noGrp="1"/>
          </p:cNvSpPr>
          <p:nvPr>
            <p:ph type="subTitle"/>
          </p:nvPr>
        </p:nvSpPr>
        <p:spPr>
          <a:xfrm rot="0">
            <a:off x="4482800" y="2347398"/>
            <a:ext cx="3972600" cy="27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Problem Statement &amp; Solution Approach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3" name="文本框"/>
          <p:cNvSpPr>
            <a:spLocks noGrp="1"/>
          </p:cNvSpPr>
          <p:nvPr>
            <p:ph type="subTitle"/>
          </p:nvPr>
        </p:nvSpPr>
        <p:spPr>
          <a:xfrm rot="0">
            <a:off x="4482800" y="2114535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3</a:t>
            </a: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4" name="文本框"/>
          <p:cNvSpPr>
            <a:spLocks noGrp="1"/>
          </p:cNvSpPr>
          <p:nvPr>
            <p:ph type="subTitle"/>
          </p:nvPr>
        </p:nvSpPr>
        <p:spPr>
          <a:xfrm rot="0">
            <a:off x="4482800" y="1296613"/>
            <a:ext cx="3972600" cy="277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Project Roadmap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5" name="文本框"/>
          <p:cNvSpPr>
            <a:spLocks noGrp="1"/>
          </p:cNvSpPr>
          <p:nvPr>
            <p:ph type="subTitle"/>
          </p:nvPr>
        </p:nvSpPr>
        <p:spPr>
          <a:xfrm rot="0">
            <a:off x="4482800" y="1063750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1</a:t>
            </a: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6" name="文本框"/>
          <p:cNvSpPr>
            <a:spLocks noGrp="1"/>
          </p:cNvSpPr>
          <p:nvPr>
            <p:ph type="subTitle" idx="1"/>
          </p:nvPr>
        </p:nvSpPr>
        <p:spPr>
          <a:xfrm rot="0">
            <a:off x="4482800" y="4184615"/>
            <a:ext cx="4159529" cy="329153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Thank You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7" name="文本框"/>
          <p:cNvSpPr>
            <a:spLocks noGrp="1"/>
          </p:cNvSpPr>
          <p:nvPr>
            <p:ph type="subTitle" idx="2"/>
          </p:nvPr>
        </p:nvSpPr>
        <p:spPr>
          <a:xfrm rot="0">
            <a:off x="4482800" y="4249272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7</a:t>
            </a: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8" name="文本框"/>
          <p:cNvSpPr>
            <a:spLocks noGrp="1"/>
          </p:cNvSpPr>
          <p:nvPr>
            <p:ph type="subTitle" idx="4"/>
          </p:nvPr>
        </p:nvSpPr>
        <p:spPr>
          <a:xfrm rot="0">
            <a:off x="4482800" y="3946810"/>
            <a:ext cx="3972600" cy="277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91425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Results, Challenges &amp; Future Improvements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79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2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180" name="文本框"/>
          <p:cNvSpPr>
            <a:spLocks noGrp="1"/>
          </p:cNvSpPr>
          <p:nvPr>
            <p:ph type="subTitle"/>
          </p:nvPr>
        </p:nvSpPr>
        <p:spPr>
          <a:xfrm rot="0">
            <a:off x="4482800" y="1814771"/>
            <a:ext cx="3972600" cy="2771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Introduction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181" name="文本框"/>
          <p:cNvSpPr>
            <a:spLocks noGrp="1"/>
          </p:cNvSpPr>
          <p:nvPr>
            <p:ph type="subTitle"/>
          </p:nvPr>
        </p:nvSpPr>
        <p:spPr>
          <a:xfrm rot="0">
            <a:off x="4482800" y="1581910"/>
            <a:ext cx="1481099" cy="19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chemeClr val="accent5"/>
                </a:solidFill>
                <a:latin typeface="Arial" pitchFamily="0" charset="0"/>
                <a:ea typeface="Arial" pitchFamily="0" charset="0"/>
                <a:cs typeface="Lucida Sans"/>
              </a:rPr>
              <a:t>2.</a:t>
            </a:r>
            <a:endParaRPr lang="zh-CN" altLang="en-US" sz="1400" b="0" i="0" u="none" strike="noStrike" kern="0" cap="none" spc="0" baseline="0">
              <a:solidFill>
                <a:schemeClr val="accent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45247893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直线连接线"/>
          <p:cNvCxnSpPr>
            <a:cxnSpLocks/>
          </p:cNvCxnSpPr>
          <p:nvPr/>
        </p:nvCxnSpPr>
        <p:spPr>
          <a:xfrm rot="0">
            <a:off x="682863" y="2676624"/>
            <a:ext cx="7683000" cy="1587"/>
          </a:xfrm>
          <a:prstGeom prst="straightConnector1"/>
          <a:noFill/>
          <a:ln w="9525" cmpd="sng" cap="flat">
            <a:solidFill>
              <a:srgbClr val="69615E"/>
            </a:solidFill>
            <a:prstDash val="solid"/>
            <a:round/>
          </a:ln>
        </p:spPr>
      </p:cxnSp>
      <p:sp>
        <p:nvSpPr>
          <p:cNvPr id="201" name="椭圆"/>
          <p:cNvSpPr>
            <a:spLocks/>
          </p:cNvSpPr>
          <p:nvPr/>
        </p:nvSpPr>
        <p:spPr>
          <a:xfrm rot="0">
            <a:off x="2350300" y="2496026"/>
            <a:ext cx="361199" cy="361200"/>
          </a:xfrm>
          <a:prstGeom prst="ellipse"/>
          <a:solidFill>
            <a:schemeClr val="accent3"/>
          </a:solidFill>
          <a:ln w="12700" cmpd="sng" cap="flat">
            <a:noFill/>
            <a:prstDash val="solid"/>
            <a:round/>
          </a:ln>
          <a:effectLst>
            <a:outerShdw sx="100000" sy="100000" algn="bl" rotWithShape="0" blurRad="328613" dist="28575" dir="2700000">
              <a:srgbClr val="41CC6B">
                <a:alpha val="55686"/>
              </a:srgbClr>
            </a:outerShdw>
          </a:effectLst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02" name="椭圆"/>
          <p:cNvSpPr>
            <a:spLocks/>
          </p:cNvSpPr>
          <p:nvPr/>
        </p:nvSpPr>
        <p:spPr>
          <a:xfrm rot="0">
            <a:off x="4215088" y="2496026"/>
            <a:ext cx="361200" cy="361200"/>
          </a:xfrm>
          <a:prstGeom prst="ellipse"/>
          <a:solidFill>
            <a:srgbClr val="F0B03B"/>
          </a:solidFill>
          <a:ln w="12700" cmpd="sng" cap="flat">
            <a:noFill/>
            <a:prstDash val="solid"/>
            <a:round/>
          </a:ln>
          <a:effectLst>
            <a:outerShdw sx="100000" sy="100000" algn="bl" rotWithShape="0" blurRad="342900" dist="38100" dir="5400000">
              <a:srgbClr val="FFEB67">
                <a:alpha val="49803"/>
              </a:srgbClr>
            </a:outerShdw>
          </a:effectLst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03" name="椭圆"/>
          <p:cNvSpPr>
            <a:spLocks/>
          </p:cNvSpPr>
          <p:nvPr/>
        </p:nvSpPr>
        <p:spPr>
          <a:xfrm rot="0">
            <a:off x="621400" y="2496026"/>
            <a:ext cx="361199" cy="361200"/>
          </a:xfrm>
          <a:prstGeom prst="ellipse"/>
          <a:solidFill>
            <a:schemeClr val="accent4"/>
          </a:solidFill>
          <a:ln w="12700" cmpd="sng" cap="flat">
            <a:noFill/>
            <a:prstDash val="solid"/>
            <a:round/>
          </a:ln>
          <a:effectLst>
            <a:outerShdw sx="100000" sy="100000" algn="bl" rotWithShape="0" blurRad="328613" dist="28575" dir="2700000">
              <a:srgbClr val="4285F4">
                <a:alpha val="55686"/>
              </a:srgbClr>
            </a:outerShdw>
          </a:effectLst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04" name="椭圆"/>
          <p:cNvSpPr>
            <a:spLocks/>
          </p:cNvSpPr>
          <p:nvPr/>
        </p:nvSpPr>
        <p:spPr>
          <a:xfrm rot="0">
            <a:off x="6089013" y="2496033"/>
            <a:ext cx="361199" cy="361200"/>
          </a:xfrm>
          <a:prstGeom prst="ellipse"/>
          <a:solidFill>
            <a:schemeClr val="accent2"/>
          </a:solidFill>
          <a:ln w="12700" cmpd="sng" cap="flat">
            <a:noFill/>
            <a:prstDash val="solid"/>
            <a:round/>
          </a:ln>
          <a:effectLst>
            <a:outerShdw sx="100000" sy="100000" algn="bl" rotWithShape="0" blurRad="485775" dist="76200" dir="7800000">
              <a:srgbClr val="FF5777">
                <a:alpha val="49803"/>
              </a:srgbClr>
            </a:outerShdw>
          </a:effectLst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05" name="椭圆"/>
          <p:cNvSpPr>
            <a:spLocks/>
          </p:cNvSpPr>
          <p:nvPr/>
        </p:nvSpPr>
        <p:spPr>
          <a:xfrm rot="0">
            <a:off x="7730567" y="2263523"/>
            <a:ext cx="825899" cy="826199"/>
          </a:xfrm>
          <a:prstGeom prst="ellipse"/>
          <a:solidFill>
            <a:schemeClr val="accent1"/>
          </a:solidFill>
          <a:ln w="12700" cmpd="sng" cap="flat">
            <a:noFill/>
            <a:prstDash val="solid"/>
            <a:round/>
          </a:ln>
          <a:effectLst>
            <a:outerShdw sx="100000" sy="100000" algn="bl" rotWithShape="0" blurRad="342900" dist="38100" dir="5400000">
              <a:srgbClr val="FFEB67">
                <a:alpha val="49803"/>
              </a:srgbClr>
            </a:outerShdw>
          </a:effectLst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07" name="文本框"/>
          <p:cNvSpPr>
            <a:spLocks noGrp="1"/>
          </p:cNvSpPr>
          <p:nvPr>
            <p:ph type="title"/>
          </p:nvPr>
        </p:nvSpPr>
        <p:spPr>
          <a:xfrm rot="0">
            <a:off x="2096025" y="2031200"/>
            <a:ext cx="1015799" cy="361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100"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Imputation</a:t>
            </a:r>
            <a:endParaRPr lang="zh-CN" altLang="en-US" sz="1100"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208" name="文本框"/>
          <p:cNvSpPr>
            <a:spLocks noGrp="1"/>
          </p:cNvSpPr>
          <p:nvPr>
            <p:ph type="title"/>
          </p:nvPr>
        </p:nvSpPr>
        <p:spPr>
          <a:xfrm rot="0">
            <a:off x="3987300" y="2031200"/>
            <a:ext cx="825900" cy="361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Encoding &amp; Scaling</a:t>
            </a:r>
            <a:endParaRPr lang="zh-CN" altLang="en-US" sz="1200"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209" name="文本框"/>
          <p:cNvSpPr>
            <a:spLocks noGrp="1"/>
          </p:cNvSpPr>
          <p:nvPr>
            <p:ph type="title"/>
          </p:nvPr>
        </p:nvSpPr>
        <p:spPr>
          <a:xfrm rot="0">
            <a:off x="5858938" y="2031200"/>
            <a:ext cx="825899" cy="361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Model Building</a:t>
            </a:r>
            <a:endParaRPr lang="zh-CN" altLang="en-US" sz="1200"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210" name="文本框"/>
          <p:cNvSpPr>
            <a:spLocks noGrp="1"/>
          </p:cNvSpPr>
          <p:nvPr>
            <p:ph type="title"/>
          </p:nvPr>
        </p:nvSpPr>
        <p:spPr>
          <a:xfrm rot="0">
            <a:off x="7684376" y="1797200"/>
            <a:ext cx="918299" cy="361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Model Evaluation</a:t>
            </a:r>
            <a:endParaRPr lang="zh-CN" altLang="en-US" sz="1200"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211" name="文本框"/>
          <p:cNvSpPr>
            <a:spLocks noGrp="1"/>
          </p:cNvSpPr>
          <p:nvPr>
            <p:ph type="body" idx="4294967295"/>
          </p:nvPr>
        </p:nvSpPr>
        <p:spPr>
          <a:xfrm rot="0">
            <a:off x="148300" y="2960850"/>
            <a:ext cx="1374600" cy="1056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Ensuring the dataset is clean by handling missing values and separating numerical and categorical columns</a:t>
            </a:r>
            <a:endParaRPr lang="zh-CN" altLang="en-US" sz="900"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212" name="文本框"/>
          <p:cNvSpPr>
            <a:spLocks noGrp="1"/>
          </p:cNvSpPr>
          <p:nvPr>
            <p:ph type="title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</a:pPr>
            <a:r>
              <a:rPr lang="en-US" altLang="zh-CN" sz="90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13" name="文本框"/>
          <p:cNvSpPr>
            <a:spLocks noGrp="1"/>
          </p:cNvSpPr>
          <p:nvPr>
            <p:ph type="title"/>
          </p:nvPr>
        </p:nvSpPr>
        <p:spPr>
          <a:xfrm rot="0">
            <a:off x="115025" y="502775"/>
            <a:ext cx="5829000" cy="67148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/>
              <a:t>Project roadmap</a:t>
            </a:r>
            <a:endParaRPr lang="zh-CN" altLang="en-US" sz="3600"/>
          </a:p>
        </p:txBody>
      </p:sp>
      <p:sp>
        <p:nvSpPr>
          <p:cNvPr id="206" name="文本框"/>
          <p:cNvSpPr>
            <a:spLocks noGrp="1"/>
          </p:cNvSpPr>
          <p:nvPr>
            <p:ph type="title"/>
          </p:nvPr>
        </p:nvSpPr>
        <p:spPr>
          <a:xfrm rot="0">
            <a:off x="115025" y="502775"/>
            <a:ext cx="5829000" cy="1200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1200"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Data Preparation</a:t>
            </a:r>
            <a:endParaRPr lang="zh-CN" altLang="en-US" sz="1200"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214" name="文本框"/>
          <p:cNvSpPr>
            <a:spLocks noGrp="1"/>
          </p:cNvSpPr>
          <p:nvPr>
            <p:ph type="body" idx="4294967295"/>
          </p:nvPr>
        </p:nvSpPr>
        <p:spPr>
          <a:xfrm rot="0">
            <a:off x="3601450" y="2960850"/>
            <a:ext cx="1579500" cy="1056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Transforming categorical features into numeric form and standardizing numerical features for uniformity.</a:t>
            </a:r>
            <a:endParaRPr lang="zh-CN" altLang="en-US" sz="1000"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215" name="文本框"/>
          <p:cNvSpPr>
            <a:spLocks noGrp="1"/>
          </p:cNvSpPr>
          <p:nvPr>
            <p:ph type="body" idx="4294967295"/>
          </p:nvPr>
        </p:nvSpPr>
        <p:spPr>
          <a:xfrm rot="0">
            <a:off x="5565675" y="2960850"/>
            <a:ext cx="1487700" cy="1056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Training multiple regression models inside a unified pipeline setup.</a:t>
            </a:r>
            <a:endParaRPr lang="zh-CN" altLang="en-US" sz="1000"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216" name="文本框"/>
          <p:cNvSpPr>
            <a:spLocks noGrp="1"/>
          </p:cNvSpPr>
          <p:nvPr>
            <p:ph type="body" idx="4294967295"/>
          </p:nvPr>
        </p:nvSpPr>
        <p:spPr>
          <a:xfrm rot="0">
            <a:off x="1842125" y="2960850"/>
            <a:ext cx="1374600" cy="1056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Filling missing values using simple, consistent strategies for both numeric and categorical features.</a:t>
            </a:r>
            <a:endParaRPr lang="zh-CN" altLang="en-US" sz="1000"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217" name="文本框"/>
          <p:cNvSpPr>
            <a:spLocks noGrp="1"/>
          </p:cNvSpPr>
          <p:nvPr>
            <p:ph type="body" idx="4294967295"/>
          </p:nvPr>
        </p:nvSpPr>
        <p:spPr>
          <a:xfrm rot="0">
            <a:off x="7346300" y="3194850"/>
            <a:ext cx="1649399" cy="1439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Assessing model performance using metrics like MSE and R² to determine accuracy.</a:t>
            </a:r>
            <a:endParaRPr lang="zh-CN" altLang="en-US" sz="1000"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18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3</a:t>
            </a:fld>
            <a:endParaRPr lang="zh-CN" altLang="en-US" sz="1300">
              <a:solidFill>
                <a:srgbClr val="353535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437" name="文本框"/>
          <p:cNvSpPr txBox="1">
            <a:spLocks/>
          </p:cNvSpPr>
          <p:nvPr/>
        </p:nvSpPr>
        <p:spPr>
          <a:xfrm rot="0">
            <a:off x="3129281" y="3767653"/>
            <a:ext cx="2164500" cy="96527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E3DFD6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Ankit Seal</a:t>
            </a:r>
            <a:endParaRPr lang="en-US" altLang="zh-CN" sz="10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0" indent="0" algn="l" fontAlgn="auto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E3DFD6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10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28835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文本框"/>
          <p:cNvSpPr>
            <a:spLocks noGrp="1"/>
          </p:cNvSpPr>
          <p:nvPr>
            <p:ph type="title"/>
          </p:nvPr>
        </p:nvSpPr>
        <p:spPr>
          <a:xfrm rot="0">
            <a:off x="115025" y="165722"/>
            <a:ext cx="6507000" cy="11870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Salary Prediction Using Machine Learning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245" name="文本框"/>
          <p:cNvSpPr>
            <a:spLocks noGrp="1"/>
          </p:cNvSpPr>
          <p:nvPr>
            <p:ph type="subTitle" idx="1"/>
          </p:nvPr>
        </p:nvSpPr>
        <p:spPr>
          <a:xfrm rot="0">
            <a:off x="115025" y="1607436"/>
            <a:ext cx="5387100" cy="31880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This project presents a brief exploration of how machine learning methods can assist in estimating employee salaries.</a:t>
            </a:r>
            <a:endParaRPr lang="en-US" altLang="zh-CN" sz="12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Sora Light" pitchFamily="0" charset="0"/>
              <a:buChar char="●"/>
            </a:pPr>
            <a:r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The work is based on a modest dataset that includes attributes such as experience, age, gender, and salary, allowing the model to learn meaningful patterns.</a:t>
            </a:r>
            <a:br>
              <a:rPr lang="zh-CN" altLang="en-US" sz="12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</a:br>
            <a:endParaRPr lang="en-US" altLang="zh-CN" sz="12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Light" pitchFamily="0" charset="0"/>
              <a:buChar char="●"/>
            </a:pPr>
            <a:r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The aim is to build a predictive system that reflects practical use of both regression techniques and ensemble-based approaches.</a:t>
            </a:r>
            <a:br>
              <a:rPr lang="zh-CN" altLang="en-US" sz="12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</a:br>
            <a:endParaRPr lang="en-US" altLang="zh-CN" sz="12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ora Light" pitchFamily="0" charset="0"/>
              <a:buChar char="●"/>
            </a:pPr>
            <a:r>
              <a:rPr lang="en-US" altLang="zh-CN" sz="12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The implementation is carried out in Python, supported by the Scikit-learn ecosystem for preprocessing, model development, and evaluation.</a:t>
            </a:r>
            <a:endParaRPr lang="zh-CN" altLang="en-US" sz="12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246" name="文本框"/>
          <p:cNvSpPr>
            <a:spLocks noGrp="1"/>
          </p:cNvSpPr>
          <p:nvPr>
            <p:ph type="title" idx="3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47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E3DFD6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4</a:t>
            </a:fld>
            <a:endParaRPr lang="zh-CN" altLang="en-US" sz="13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248" name="矩形"/>
          <p:cNvSpPr>
            <a:spLocks/>
          </p:cNvSpPr>
          <p:nvPr/>
        </p:nvSpPr>
        <p:spPr>
          <a:xfrm rot="0">
            <a:off x="115025" y="1401720"/>
            <a:ext cx="4008900" cy="369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Introduction</a:t>
            </a:r>
            <a:endParaRPr lang="zh-CN" altLang="en-US" sz="1200" b="1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93028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文本框"/>
          <p:cNvSpPr>
            <a:spLocks noGrp="1"/>
          </p:cNvSpPr>
          <p:nvPr>
            <p:ph type="body" idx="2"/>
          </p:nvPr>
        </p:nvSpPr>
        <p:spPr>
          <a:xfrm rot="0">
            <a:off x="4631450" y="446574"/>
            <a:ext cx="3905400" cy="1448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000000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Problem Statement</a:t>
            </a:r>
            <a:endParaRPr lang="en-US" altLang="zh-CN" sz="1600" b="0" i="0" u="none" strike="noStrike" kern="0" cap="none" spc="0" baseline="0">
              <a:solidFill>
                <a:srgbClr val="000000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Organizations often require reliable estimates of employee compensation for planning, hiring, and analysis.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Given limited attributes such as years of experience, age, and gender, the task is to develop a model that can predict salary with reasonable accuracy.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309" name="文本框"/>
          <p:cNvSpPr>
            <a:spLocks noGrp="1"/>
          </p:cNvSpPr>
          <p:nvPr>
            <p:ph type="body" idx="1"/>
          </p:nvPr>
        </p:nvSpPr>
        <p:spPr>
          <a:xfrm rot="0">
            <a:off x="4631450" y="2170025"/>
            <a:ext cx="3905400" cy="24584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000000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Proposed Approach</a:t>
            </a:r>
            <a:endParaRPr lang="en-US" altLang="zh-CN" sz="1600" b="0" i="0" u="none" strike="noStrike" kern="0" cap="none" spc="0" baseline="0">
              <a:solidFill>
                <a:srgbClr val="000000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Preprocess both numerical and categorical features appropriately.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Train multiple regression models to understand their behavior.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Combine them through an ensemble technique to achieve better overall performance.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 Light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Evaluate using standard metrics (RMSE and R²).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0" indent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310" name="文本框"/>
          <p:cNvSpPr>
            <a:spLocks noGrp="1"/>
          </p:cNvSpPr>
          <p:nvPr>
            <p:ph type="title" idx="3"/>
          </p:nvPr>
        </p:nvSpPr>
        <p:spPr>
          <a:xfrm rot="0">
            <a:off x="115025" y="502775"/>
            <a:ext cx="3905400" cy="181162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Understanding the Challenge and Solution Path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11" name="文本框"/>
          <p:cNvSpPr>
            <a:spLocks noGrp="1"/>
          </p:cNvSpPr>
          <p:nvPr>
            <p:ph type="title" idx="4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12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5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52640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文本框"/>
          <p:cNvSpPr>
            <a:spLocks noGrp="1"/>
          </p:cNvSpPr>
          <p:nvPr>
            <p:ph type="subTitle" idx="1"/>
          </p:nvPr>
        </p:nvSpPr>
        <p:spPr>
          <a:xfrm rot="0">
            <a:off x="267425" y="3599071"/>
            <a:ext cx="4503900" cy="894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Libraries Utilized</a:t>
            </a:r>
            <a:endParaRPr lang="en-US" altLang="zh-CN" sz="11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1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pandas, numpy</a:t>
            </a: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 for data handling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1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scikit-learn</a:t>
            </a: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 for preprocessing, modeling, and evaluation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1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matplotlib </a:t>
            </a: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to make data visualisations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0" indent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lang="zh-CN" altLang="en-US" sz="8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16" name="文本框"/>
          <p:cNvSpPr>
            <a:spLocks noGrp="1"/>
          </p:cNvSpPr>
          <p:nvPr>
            <p:ph type="title"/>
          </p:nvPr>
        </p:nvSpPr>
        <p:spPr>
          <a:xfrm rot="0">
            <a:off x="152400" y="228600"/>
            <a:ext cx="7546500" cy="11871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Project Workflow &amp; Libraries </a:t>
            </a:r>
            <a:endParaRPr lang="en-US" altLang="zh-CN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Used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17" name="文本框"/>
          <p:cNvSpPr>
            <a:spLocks noGrp="1"/>
          </p:cNvSpPr>
          <p:nvPr>
            <p:ph type="subTitle" idx="1"/>
          </p:nvPr>
        </p:nvSpPr>
        <p:spPr>
          <a:xfrm rot="0">
            <a:off x="267425" y="1482796"/>
            <a:ext cx="4839900" cy="18996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Overall Workflow</a:t>
            </a:r>
            <a:endParaRPr lang="en-US" altLang="zh-CN" sz="11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Load and inspect the dataset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Clean data and select relevant features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Divide data into training and testing subsets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Apply preprocessing (imputation, encoding, scaling)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Train individual models and an ensemble model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Compare performance using cross-validation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Test the final model with new sample inputs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Droid Sans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Save the trained model for future use</a:t>
            </a:r>
            <a:endParaRPr lang="zh-CN" altLang="en-US" sz="13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18" name="文本框"/>
          <p:cNvSpPr>
            <a:spLocks noGrp="1"/>
          </p:cNvSpPr>
          <p:nvPr>
            <p:ph type="title" idx="3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19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6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891376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文本框"/>
          <p:cNvSpPr>
            <a:spLocks noGrp="1"/>
          </p:cNvSpPr>
          <p:nvPr>
            <p:ph type="body" idx="2"/>
          </p:nvPr>
        </p:nvSpPr>
        <p:spPr>
          <a:xfrm rot="0">
            <a:off x="4631450" y="827575"/>
            <a:ext cx="3667499" cy="4136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000000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Algorithms Applied</a:t>
            </a:r>
            <a:endParaRPr lang="en-US" altLang="zh-CN" sz="1600" b="0" i="0" u="none" strike="noStrike" kern="0" cap="none" spc="0" baseline="0">
              <a:solidFill>
                <a:srgbClr val="000000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Linear Regression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Used as an initial baseline model, helping us observe simple linear relationships within the salary data.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Random Forest Regressor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An ensemble of multiple decision trees that reduces overfitting and provides more stable predictions.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Gradient Boosting Regressor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Builds models sequentially, where each new model learns from errors made previously, allowing gradual refinement.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Voting Regressor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Combines the predictions of all individual models, aiming to balance their strengths and reduce individual biases.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323" name="文本框"/>
          <p:cNvSpPr>
            <a:spLocks noGrp="1"/>
          </p:cNvSpPr>
          <p:nvPr>
            <p:ph type="title" idx="3"/>
          </p:nvPr>
        </p:nvSpPr>
        <p:spPr>
          <a:xfrm rot="0">
            <a:off x="115025" y="502775"/>
            <a:ext cx="3905400" cy="1268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Algorithms Used &amp; Code Overview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24" name="文本框"/>
          <p:cNvSpPr>
            <a:spLocks noGrp="1"/>
          </p:cNvSpPr>
          <p:nvPr>
            <p:ph type="title" idx="4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25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7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453506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文本框"/>
          <p:cNvSpPr>
            <a:spLocks noGrp="1"/>
          </p:cNvSpPr>
          <p:nvPr>
            <p:ph type="body" idx="2"/>
          </p:nvPr>
        </p:nvSpPr>
        <p:spPr>
          <a:xfrm rot="0">
            <a:off x="4175464" y="827575"/>
            <a:ext cx="4499700" cy="4136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0" cap="none" spc="0" baseline="0">
                <a:solidFill>
                  <a:srgbClr val="000000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Brief Code Summary</a:t>
            </a:r>
            <a:endParaRPr lang="en-US" altLang="zh-CN" sz="1600" b="0" i="0" u="none" strike="noStrike" kern="0" cap="none" spc="0" baseline="0">
              <a:solidFill>
                <a:srgbClr val="000000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Preprocessing with ColumnTransformer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Numeric features are imputed and scaled, while categorical features undergo imputation and one-hot encoding to make them model-ready.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Use of Pipelines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Each model is paired with a preprocessing pipeline for consistent and automated handling of raw data.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Cross-Validation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Helps estimate model performance more reliably by evaluating across multiple data splits.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Feature Insights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 Light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Feature importance from the Random Forest model provides a preliminary understanding of which inputs contribute most to predictions.</a:t>
            </a:r>
            <a:endParaRPr lang="en-US" altLang="zh-CN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  <a:p>
            <a:pPr marL="4572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●"/>
            </a:pPr>
            <a:r>
              <a:rPr lang="en-US" altLang="zh-CN" sz="1000" b="1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Model Saving and Testing</a:t>
            </a:r>
            <a:endParaRPr lang="en-US" altLang="zh-CN" sz="1000" b="1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  <a:p>
            <a:pPr lvl="1" marL="91440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ora" pitchFamily="0" charset="0"/>
              <a:buChar char="○"/>
            </a:pPr>
            <a:r>
              <a:rPr lang="en-US" altLang="zh-CN" sz="1000" b="0" i="0" u="none" strike="noStrike" kern="0" cap="none" spc="0" baseline="0">
                <a:solidFill>
                  <a:srgbClr val="000000"/>
                </a:solidFill>
                <a:latin typeface="Sora Light" pitchFamily="0" charset="0"/>
                <a:ea typeface="Sora Light" pitchFamily="0" charset="0"/>
                <a:cs typeface="Sora Light" pitchFamily="0" charset="0"/>
                <a:sym typeface="Sora Light" pitchFamily="0" charset="0"/>
              </a:rPr>
              <a:t>The best-performing model is stored using Joblib and demonstrated on sample input to verify correctness.</a:t>
            </a:r>
            <a:endParaRPr lang="zh-CN" altLang="en-US" sz="1000" b="0" i="0" u="none" strike="noStrike" kern="0" cap="none" spc="0" baseline="0">
              <a:solidFill>
                <a:srgbClr val="000000"/>
              </a:solidFill>
              <a:latin typeface="Sora Light" pitchFamily="0" charset="0"/>
              <a:ea typeface="Sora Light" pitchFamily="0" charset="0"/>
              <a:cs typeface="Sora Light" pitchFamily="0" charset="0"/>
              <a:sym typeface="Sora Light" pitchFamily="0" charset="0"/>
            </a:endParaRPr>
          </a:p>
        </p:txBody>
      </p:sp>
      <p:sp>
        <p:nvSpPr>
          <p:cNvPr id="329" name="文本框"/>
          <p:cNvSpPr>
            <a:spLocks noGrp="1"/>
          </p:cNvSpPr>
          <p:nvPr>
            <p:ph type="title" idx="3"/>
          </p:nvPr>
        </p:nvSpPr>
        <p:spPr>
          <a:xfrm rot="0">
            <a:off x="115025" y="502775"/>
            <a:ext cx="3905400" cy="1268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Algorithms Used &amp; Code Overview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30" name="文本框"/>
          <p:cNvSpPr>
            <a:spLocks noGrp="1"/>
          </p:cNvSpPr>
          <p:nvPr>
            <p:ph type="title" idx="4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chemeClr val="accent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31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8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79287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文本框"/>
          <p:cNvSpPr>
            <a:spLocks noGrp="1"/>
          </p:cNvSpPr>
          <p:nvPr>
            <p:ph type="title"/>
          </p:nvPr>
        </p:nvSpPr>
        <p:spPr>
          <a:xfrm rot="0">
            <a:off x="115025" y="502775"/>
            <a:ext cx="6440400" cy="671482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Results &amp; Limitations </a:t>
            </a:r>
            <a:endParaRPr lang="zh-CN" altLang="en-US" sz="36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352" name="矩形"/>
          <p:cNvSpPr>
            <a:spLocks/>
          </p:cNvSpPr>
          <p:nvPr/>
        </p:nvSpPr>
        <p:spPr>
          <a:xfrm rot="0">
            <a:off x="267925" y="1216300"/>
            <a:ext cx="5287200" cy="134299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Results Obtained</a:t>
            </a:r>
            <a:endParaRPr lang="en-US" altLang="zh-CN" sz="1100" b="1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The ensemble model produced more consistent and balanced predictions compared to individual models.</a:t>
            </a:r>
            <a:endParaRPr lang="en-US" altLang="zh-CN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Evaluation metrics such as RMSE and R² suggested that the model is able to learn meaningful salary patterns from the available features.</a:t>
            </a:r>
            <a:endParaRPr lang="en-US" altLang="zh-CN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Overall, the combined approach offered a dependable baseline for salary prediction.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53" name="矩形"/>
          <p:cNvSpPr>
            <a:spLocks/>
          </p:cNvSpPr>
          <p:nvPr/>
        </p:nvSpPr>
        <p:spPr>
          <a:xfrm rot="0">
            <a:off x="267925" y="3045100"/>
            <a:ext cx="5287200" cy="1342995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Current Limitations</a:t>
            </a:r>
            <a:endParaRPr lang="en-US" altLang="zh-CN" sz="1100" b="1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The dataset is relatively small and lacks additional influential attributes such as education level, job role, or geographic region.</a:t>
            </a:r>
            <a:endParaRPr lang="en-US" altLang="zh-CN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Salary prediction is influenced by numerous external factors that are not fully captured in the dataset.</a:t>
            </a:r>
            <a:endParaRPr lang="en-US" altLang="zh-CN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  <a:p>
            <a: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000"/>
              <a:buFont typeface="Sora" pitchFamily="0" charset="0"/>
              <a:buChar char="●"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Some models may still face generalization issues due to limited data diversity.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pic>
        <p:nvPicPr>
          <p:cNvPr id="354" name="图片"/>
          <p:cNvPicPr>
            <a:picLocks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657600" y="942129"/>
            <a:ext cx="2930686" cy="1817768"/>
          </a:xfrm>
          <a:prstGeom prst="rect"/>
          <a:noFill/>
          <a:ln w="12700" cmpd="sng" cap="flat">
            <a:noFill/>
            <a:prstDash val="solid"/>
            <a:round/>
          </a:ln>
          <a:effectLst>
            <a:outerShdw sx="100000" sy="100000" algn="bl" rotWithShape="0" blurRad="57150" dist="19050" dir="5400000">
              <a:srgbClr val="000000">
                <a:alpha val="49803"/>
              </a:srgbClr>
            </a:outerShdw>
          </a:effectLst>
        </p:spPr>
      </p:pic>
      <p:pic>
        <p:nvPicPr>
          <p:cNvPr id="355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5657600" y="2875374"/>
            <a:ext cx="2930710" cy="1817775"/>
          </a:xfrm>
          <a:prstGeom prst="rect"/>
          <a:noFill/>
          <a:ln w="12700" cmpd="sng" cap="flat">
            <a:noFill/>
            <a:prstDash val="solid"/>
            <a:round/>
          </a:ln>
          <a:effectLst>
            <a:outerShdw sx="100000" sy="100000" algn="bl" rotWithShape="0" blurRad="57150" dist="19050" dir="5400000">
              <a:srgbClr val="000000">
                <a:alpha val="49803"/>
              </a:srgbClr>
            </a:outerShdw>
          </a:effectLst>
        </p:spPr>
      </p:pic>
      <p:sp>
        <p:nvSpPr>
          <p:cNvPr id="356" name="文本框"/>
          <p:cNvSpPr>
            <a:spLocks noGrp="1"/>
          </p:cNvSpPr>
          <p:nvPr>
            <p:ph type="title"/>
          </p:nvPr>
        </p:nvSpPr>
        <p:spPr>
          <a:xfrm rot="0">
            <a:off x="13716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1200" b="0" i="0" u="none" strike="noStrike" kern="0" cap="none" spc="0" baseline="0">
              <a:solidFill>
                <a:srgbClr val="000000"/>
              </a:solidFill>
              <a:latin typeface="Sora Medium" pitchFamily="0" charset="0"/>
              <a:ea typeface="Sora Medium" pitchFamily="0" charset="0"/>
              <a:cs typeface="Sora Medium" pitchFamily="0" charset="0"/>
              <a:sym typeface="Sora Medium" pitchFamily="0" charset="0"/>
            </a:endParaRPr>
          </a:p>
        </p:txBody>
      </p:sp>
      <p:sp>
        <p:nvSpPr>
          <p:cNvPr id="357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9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0157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曲线"/>
          <p:cNvSpPr>
            <a:spLocks/>
          </p:cNvSpPr>
          <p:nvPr/>
        </p:nvSpPr>
        <p:spPr>
          <a:xfrm rot="10800000">
            <a:off x="1235525" y="1596250"/>
            <a:ext cx="632425" cy="12619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300" y="21549"/>
                </a:lnTo>
                <a:lnTo>
                  <a:pt x="4400" y="21399"/>
                </a:lnTo>
                <a:lnTo>
                  <a:pt x="6500" y="21098"/>
                </a:lnTo>
                <a:lnTo>
                  <a:pt x="8400" y="20747"/>
                </a:lnTo>
                <a:lnTo>
                  <a:pt x="10300" y="20296"/>
                </a:lnTo>
                <a:lnTo>
                  <a:pt x="12099" y="19745"/>
                </a:lnTo>
                <a:lnTo>
                  <a:pt x="13800" y="19144"/>
                </a:lnTo>
                <a:lnTo>
                  <a:pt x="15300" y="18442"/>
                </a:lnTo>
                <a:lnTo>
                  <a:pt x="16699" y="17690"/>
                </a:lnTo>
                <a:lnTo>
                  <a:pt x="17900" y="16838"/>
                </a:lnTo>
                <a:lnTo>
                  <a:pt x="19000" y="15936"/>
                </a:lnTo>
                <a:lnTo>
                  <a:pt x="19899" y="14984"/>
                </a:lnTo>
                <a:lnTo>
                  <a:pt x="20600" y="14032"/>
                </a:lnTo>
                <a:lnTo>
                  <a:pt x="21199" y="12979"/>
                </a:lnTo>
                <a:lnTo>
                  <a:pt x="21500" y="11927"/>
                </a:lnTo>
                <a:lnTo>
                  <a:pt x="21600" y="10824"/>
                </a:lnTo>
                <a:lnTo>
                  <a:pt x="21500" y="9722"/>
                </a:lnTo>
                <a:lnTo>
                  <a:pt x="21199" y="8620"/>
                </a:lnTo>
                <a:lnTo>
                  <a:pt x="20600" y="7617"/>
                </a:lnTo>
                <a:lnTo>
                  <a:pt x="19899" y="6615"/>
                </a:lnTo>
                <a:lnTo>
                  <a:pt x="19000" y="5663"/>
                </a:lnTo>
                <a:lnTo>
                  <a:pt x="17900" y="4761"/>
                </a:lnTo>
                <a:lnTo>
                  <a:pt x="16699" y="3959"/>
                </a:lnTo>
                <a:lnTo>
                  <a:pt x="15300" y="3157"/>
                </a:lnTo>
                <a:lnTo>
                  <a:pt x="13800" y="2455"/>
                </a:lnTo>
                <a:lnTo>
                  <a:pt x="12099" y="1854"/>
                </a:lnTo>
                <a:lnTo>
                  <a:pt x="10300" y="1303"/>
                </a:lnTo>
                <a:lnTo>
                  <a:pt x="8400" y="852"/>
                </a:lnTo>
                <a:lnTo>
                  <a:pt x="6500" y="501"/>
                </a:lnTo>
                <a:lnTo>
                  <a:pt x="4400" y="250"/>
                </a:lnTo>
                <a:lnTo>
                  <a:pt x="2300" y="5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5777">
                  <a:alpha val="100000"/>
                </a:srgbClr>
              </a:gs>
              <a:gs pos="58000">
                <a:srgbClr val="F0B03B">
                  <a:alpha val="100000"/>
                </a:srgbClr>
              </a:gs>
              <a:gs pos="100000">
                <a:srgbClr val="F0B03B">
                  <a:alpha val="100000"/>
                </a:srgbClr>
              </a:gs>
            </a:gsLst>
            <a:lin ang="13500000" scaled="1"/>
          </a:gradFill>
          <a:ln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97" name="圆角矩形"/>
          <p:cNvSpPr>
            <a:spLocks/>
          </p:cNvSpPr>
          <p:nvPr/>
        </p:nvSpPr>
        <p:spPr>
          <a:xfrm rot="0">
            <a:off x="1265075" y="2966200"/>
            <a:ext cx="3303000" cy="1261800"/>
          </a:xfrm>
          <a:prstGeom prst="roundRect">
            <a:avLst>
              <a:gd name="adj" fmla="val 50000"/>
            </a:avLst>
          </a:prstGeom>
          <a:noFill/>
          <a:ln w="9525" cmpd="sng" cap="flat">
            <a:solidFill>
              <a:srgbClr val="69615E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98" name="曲线"/>
          <p:cNvSpPr>
            <a:spLocks/>
          </p:cNvSpPr>
          <p:nvPr/>
        </p:nvSpPr>
        <p:spPr>
          <a:xfrm rot="10800000">
            <a:off x="1235525" y="2966150"/>
            <a:ext cx="632425" cy="12619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300" y="21549"/>
                </a:lnTo>
                <a:lnTo>
                  <a:pt x="4400" y="21399"/>
                </a:lnTo>
                <a:lnTo>
                  <a:pt x="6500" y="21098"/>
                </a:lnTo>
                <a:lnTo>
                  <a:pt x="8400" y="20747"/>
                </a:lnTo>
                <a:lnTo>
                  <a:pt x="10300" y="20296"/>
                </a:lnTo>
                <a:lnTo>
                  <a:pt x="12099" y="19745"/>
                </a:lnTo>
                <a:lnTo>
                  <a:pt x="13800" y="19144"/>
                </a:lnTo>
                <a:lnTo>
                  <a:pt x="15300" y="18442"/>
                </a:lnTo>
                <a:lnTo>
                  <a:pt x="16699" y="17690"/>
                </a:lnTo>
                <a:lnTo>
                  <a:pt x="17900" y="16838"/>
                </a:lnTo>
                <a:lnTo>
                  <a:pt x="19000" y="15936"/>
                </a:lnTo>
                <a:lnTo>
                  <a:pt x="19899" y="14984"/>
                </a:lnTo>
                <a:lnTo>
                  <a:pt x="20600" y="14032"/>
                </a:lnTo>
                <a:lnTo>
                  <a:pt x="21199" y="12979"/>
                </a:lnTo>
                <a:lnTo>
                  <a:pt x="21500" y="11927"/>
                </a:lnTo>
                <a:lnTo>
                  <a:pt x="21600" y="10824"/>
                </a:lnTo>
                <a:lnTo>
                  <a:pt x="21500" y="9722"/>
                </a:lnTo>
                <a:lnTo>
                  <a:pt x="21199" y="8620"/>
                </a:lnTo>
                <a:lnTo>
                  <a:pt x="20600" y="7617"/>
                </a:lnTo>
                <a:lnTo>
                  <a:pt x="19899" y="6615"/>
                </a:lnTo>
                <a:lnTo>
                  <a:pt x="19000" y="5663"/>
                </a:lnTo>
                <a:lnTo>
                  <a:pt x="17900" y="4761"/>
                </a:lnTo>
                <a:lnTo>
                  <a:pt x="16699" y="3959"/>
                </a:lnTo>
                <a:lnTo>
                  <a:pt x="15300" y="3157"/>
                </a:lnTo>
                <a:lnTo>
                  <a:pt x="13800" y="2455"/>
                </a:lnTo>
                <a:lnTo>
                  <a:pt x="12099" y="1854"/>
                </a:lnTo>
                <a:lnTo>
                  <a:pt x="10300" y="1303"/>
                </a:lnTo>
                <a:lnTo>
                  <a:pt x="8400" y="852"/>
                </a:lnTo>
                <a:lnTo>
                  <a:pt x="6500" y="501"/>
                </a:lnTo>
                <a:lnTo>
                  <a:pt x="4400" y="250"/>
                </a:lnTo>
                <a:lnTo>
                  <a:pt x="2300" y="5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5777">
                  <a:alpha val="100000"/>
                </a:srgbClr>
              </a:gs>
              <a:gs pos="58000">
                <a:srgbClr val="F0B03B">
                  <a:alpha val="100000"/>
                </a:srgbClr>
              </a:gs>
              <a:gs pos="100000">
                <a:srgbClr val="F0B03B">
                  <a:alpha val="100000"/>
                </a:srgbClr>
              </a:gs>
            </a:gsLst>
            <a:lin ang="13500000" scaled="1"/>
          </a:gradFill>
          <a:ln w="9525" cmpd="sng" cap="flat">
            <a:solidFill>
              <a:srgbClr val="666666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399" name="圆角矩形"/>
          <p:cNvSpPr>
            <a:spLocks/>
          </p:cNvSpPr>
          <p:nvPr/>
        </p:nvSpPr>
        <p:spPr>
          <a:xfrm rot="0">
            <a:off x="4699363" y="1596250"/>
            <a:ext cx="3303000" cy="1261800"/>
          </a:xfrm>
          <a:prstGeom prst="roundRect">
            <a:avLst>
              <a:gd name="adj" fmla="val 50000"/>
            </a:avLst>
          </a:prstGeom>
          <a:noFill/>
          <a:ln w="9525" cmpd="sng" cap="flat">
            <a:solidFill>
              <a:srgbClr val="69615E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00" name="曲线"/>
          <p:cNvSpPr>
            <a:spLocks/>
          </p:cNvSpPr>
          <p:nvPr/>
        </p:nvSpPr>
        <p:spPr>
          <a:xfrm rot="10800000">
            <a:off x="4672250" y="1596250"/>
            <a:ext cx="618259" cy="12619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300" y="21549"/>
                </a:lnTo>
                <a:lnTo>
                  <a:pt x="4400" y="21399"/>
                </a:lnTo>
                <a:lnTo>
                  <a:pt x="6500" y="21098"/>
                </a:lnTo>
                <a:lnTo>
                  <a:pt x="8400" y="20747"/>
                </a:lnTo>
                <a:lnTo>
                  <a:pt x="10300" y="20296"/>
                </a:lnTo>
                <a:lnTo>
                  <a:pt x="12100" y="19745"/>
                </a:lnTo>
                <a:lnTo>
                  <a:pt x="13800" y="19144"/>
                </a:lnTo>
                <a:lnTo>
                  <a:pt x="15300" y="18442"/>
                </a:lnTo>
                <a:lnTo>
                  <a:pt x="16699" y="17690"/>
                </a:lnTo>
                <a:lnTo>
                  <a:pt x="17900" y="16838"/>
                </a:lnTo>
                <a:lnTo>
                  <a:pt x="19000" y="15936"/>
                </a:lnTo>
                <a:lnTo>
                  <a:pt x="19899" y="14984"/>
                </a:lnTo>
                <a:lnTo>
                  <a:pt x="20600" y="14032"/>
                </a:lnTo>
                <a:lnTo>
                  <a:pt x="21199" y="12979"/>
                </a:lnTo>
                <a:lnTo>
                  <a:pt x="21500" y="11927"/>
                </a:lnTo>
                <a:lnTo>
                  <a:pt x="21600" y="10824"/>
                </a:lnTo>
                <a:lnTo>
                  <a:pt x="21500" y="9722"/>
                </a:lnTo>
                <a:lnTo>
                  <a:pt x="21199" y="8620"/>
                </a:lnTo>
                <a:lnTo>
                  <a:pt x="20600" y="7617"/>
                </a:lnTo>
                <a:lnTo>
                  <a:pt x="19899" y="6615"/>
                </a:lnTo>
                <a:lnTo>
                  <a:pt x="19000" y="5663"/>
                </a:lnTo>
                <a:lnTo>
                  <a:pt x="17900" y="4761"/>
                </a:lnTo>
                <a:lnTo>
                  <a:pt x="16699" y="3959"/>
                </a:lnTo>
                <a:lnTo>
                  <a:pt x="15300" y="3157"/>
                </a:lnTo>
                <a:lnTo>
                  <a:pt x="13800" y="2455"/>
                </a:lnTo>
                <a:lnTo>
                  <a:pt x="12100" y="1854"/>
                </a:lnTo>
                <a:lnTo>
                  <a:pt x="10300" y="1303"/>
                </a:lnTo>
                <a:lnTo>
                  <a:pt x="8400" y="852"/>
                </a:lnTo>
                <a:lnTo>
                  <a:pt x="6500" y="501"/>
                </a:lnTo>
                <a:lnTo>
                  <a:pt x="4400" y="250"/>
                </a:lnTo>
                <a:lnTo>
                  <a:pt x="2300" y="5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5777">
                  <a:alpha val="100000"/>
                </a:srgbClr>
              </a:gs>
              <a:gs pos="58000">
                <a:srgbClr val="F0B03B">
                  <a:alpha val="100000"/>
                </a:srgbClr>
              </a:gs>
              <a:gs pos="100000">
                <a:srgbClr val="F0B03B">
                  <a:alpha val="100000"/>
                </a:srgbClr>
              </a:gs>
            </a:gsLst>
            <a:lin ang="13500000" scaled="1"/>
          </a:gradFill>
          <a:ln w="9525" cmpd="sng" cap="flat">
            <a:solidFill>
              <a:srgbClr val="666666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01" name="圆角矩形"/>
          <p:cNvSpPr>
            <a:spLocks/>
          </p:cNvSpPr>
          <p:nvPr/>
        </p:nvSpPr>
        <p:spPr>
          <a:xfrm rot="0">
            <a:off x="4699363" y="2966200"/>
            <a:ext cx="3303000" cy="1261800"/>
          </a:xfrm>
          <a:prstGeom prst="roundRect">
            <a:avLst>
              <a:gd name="adj" fmla="val 50000"/>
            </a:avLst>
          </a:prstGeom>
          <a:noFill/>
          <a:ln w="9525" cmpd="sng" cap="flat">
            <a:solidFill>
              <a:srgbClr val="69615E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02" name="曲线"/>
          <p:cNvSpPr>
            <a:spLocks/>
          </p:cNvSpPr>
          <p:nvPr/>
        </p:nvSpPr>
        <p:spPr>
          <a:xfrm rot="10800000">
            <a:off x="4665150" y="2966150"/>
            <a:ext cx="632425" cy="12619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300" y="21549"/>
                </a:lnTo>
                <a:lnTo>
                  <a:pt x="4400" y="21399"/>
                </a:lnTo>
                <a:lnTo>
                  <a:pt x="6500" y="21098"/>
                </a:lnTo>
                <a:lnTo>
                  <a:pt x="8400" y="20747"/>
                </a:lnTo>
                <a:lnTo>
                  <a:pt x="10300" y="20296"/>
                </a:lnTo>
                <a:lnTo>
                  <a:pt x="12099" y="19745"/>
                </a:lnTo>
                <a:lnTo>
                  <a:pt x="13800" y="19144"/>
                </a:lnTo>
                <a:lnTo>
                  <a:pt x="15300" y="18442"/>
                </a:lnTo>
                <a:lnTo>
                  <a:pt x="16699" y="17690"/>
                </a:lnTo>
                <a:lnTo>
                  <a:pt x="17900" y="16838"/>
                </a:lnTo>
                <a:lnTo>
                  <a:pt x="19000" y="15936"/>
                </a:lnTo>
                <a:lnTo>
                  <a:pt x="19899" y="14984"/>
                </a:lnTo>
                <a:lnTo>
                  <a:pt x="20600" y="14032"/>
                </a:lnTo>
                <a:lnTo>
                  <a:pt x="21199" y="12979"/>
                </a:lnTo>
                <a:lnTo>
                  <a:pt x="21500" y="11927"/>
                </a:lnTo>
                <a:lnTo>
                  <a:pt x="21600" y="10824"/>
                </a:lnTo>
                <a:lnTo>
                  <a:pt x="21500" y="9722"/>
                </a:lnTo>
                <a:lnTo>
                  <a:pt x="21199" y="8620"/>
                </a:lnTo>
                <a:lnTo>
                  <a:pt x="20600" y="7617"/>
                </a:lnTo>
                <a:lnTo>
                  <a:pt x="19899" y="6615"/>
                </a:lnTo>
                <a:lnTo>
                  <a:pt x="19000" y="5663"/>
                </a:lnTo>
                <a:lnTo>
                  <a:pt x="17900" y="4761"/>
                </a:lnTo>
                <a:lnTo>
                  <a:pt x="16699" y="3959"/>
                </a:lnTo>
                <a:lnTo>
                  <a:pt x="15300" y="3157"/>
                </a:lnTo>
                <a:lnTo>
                  <a:pt x="13800" y="2455"/>
                </a:lnTo>
                <a:lnTo>
                  <a:pt x="12099" y="1854"/>
                </a:lnTo>
                <a:lnTo>
                  <a:pt x="10300" y="1303"/>
                </a:lnTo>
                <a:lnTo>
                  <a:pt x="8400" y="852"/>
                </a:lnTo>
                <a:lnTo>
                  <a:pt x="6500" y="501"/>
                </a:lnTo>
                <a:lnTo>
                  <a:pt x="4400" y="250"/>
                </a:lnTo>
                <a:lnTo>
                  <a:pt x="2300" y="5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5777">
                  <a:alpha val="100000"/>
                </a:srgbClr>
              </a:gs>
              <a:gs pos="58000">
                <a:srgbClr val="F0B03B">
                  <a:alpha val="100000"/>
                </a:srgbClr>
              </a:gs>
              <a:gs pos="100000">
                <a:srgbClr val="F0B03B">
                  <a:alpha val="100000"/>
                </a:srgbClr>
              </a:gs>
            </a:gsLst>
            <a:lin ang="13500000" scaled="1"/>
          </a:gradFill>
          <a:ln w="9525" cmpd="sng" cap="flat">
            <a:solidFill>
              <a:srgbClr val="666666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03" name="圆角矩形"/>
          <p:cNvSpPr>
            <a:spLocks/>
          </p:cNvSpPr>
          <p:nvPr/>
        </p:nvSpPr>
        <p:spPr>
          <a:xfrm rot="0">
            <a:off x="1235525" y="1596250"/>
            <a:ext cx="3332400" cy="1261800"/>
          </a:xfrm>
          <a:prstGeom prst="roundRect">
            <a:avLst>
              <a:gd name="adj" fmla="val 50000"/>
            </a:avLst>
          </a:prstGeom>
          <a:noFill/>
          <a:ln w="9525" cmpd="sng" cap="flat">
            <a:solidFill>
              <a:srgbClr val="69615E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cxnSp>
        <p:nvCxnSpPr>
          <p:cNvPr id="404" name="直线连接线"/>
          <p:cNvCxnSpPr>
            <a:cxnSpLocks/>
          </p:cNvCxnSpPr>
          <p:nvPr/>
        </p:nvCxnSpPr>
        <p:spPr>
          <a:xfrm rot="0">
            <a:off x="2788825" y="539450"/>
            <a:ext cx="1587" cy="390300"/>
          </a:xfrm>
          <a:prstGeom prst="straightConnector1"/>
          <a:noFill/>
          <a:ln w="19050" cmpd="sng" cap="flat">
            <a:solidFill>
              <a:srgbClr val="F0B03B"/>
            </a:solidFill>
            <a:prstDash val="solid"/>
            <a:round/>
          </a:ln>
        </p:spPr>
      </p:cxnSp>
      <p:sp>
        <p:nvSpPr>
          <p:cNvPr id="405" name="文本框"/>
          <p:cNvSpPr>
            <a:spLocks noGrp="1"/>
          </p:cNvSpPr>
          <p:nvPr>
            <p:ph type="title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rgbClr val="E3DFD6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Year/Quarter/Month</a:t>
            </a:r>
            <a:endParaRPr lang="zh-CN" altLang="en-US" sz="9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06" name="文本框"/>
          <p:cNvSpPr>
            <a:spLocks noGrp="1"/>
          </p:cNvSpPr>
          <p:nvPr>
            <p:ph type="title"/>
          </p:nvPr>
        </p:nvSpPr>
        <p:spPr>
          <a:xfrm rot="0">
            <a:off x="38100" y="93150"/>
            <a:ext cx="1583400" cy="189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18287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rgbClr val="E3DFD6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Company Name</a:t>
            </a:r>
            <a:endParaRPr lang="zh-CN" altLang="en-US" sz="9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07" name="文本框"/>
          <p:cNvSpPr>
            <a:spLocks noGrp="1"/>
          </p:cNvSpPr>
          <p:nvPr>
            <p:ph type="subTitle" idx="8"/>
          </p:nvPr>
        </p:nvSpPr>
        <p:spPr>
          <a:xfrm rot="0">
            <a:off x="1867950" y="3062124"/>
            <a:ext cx="2394900" cy="390971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F0B03B"/>
                </a:solidFill>
                <a:latin typeface="Sora Medium" pitchFamily="0" charset="0"/>
                <a:ea typeface="Sora Medium" pitchFamily="0" charset="0"/>
                <a:cs typeface="Sora Medium" pitchFamily="0" charset="0"/>
                <a:sym typeface="Sora Medium" pitchFamily="0" charset="0"/>
              </a:rPr>
              <a:t>Deployment</a:t>
            </a:r>
            <a:endParaRPr lang="zh-CN" altLang="en-US" sz="1200" b="0" i="0" u="none" strike="noStrike" kern="0" cap="none" spc="0" baseline="0">
              <a:solidFill>
                <a:srgbClr val="F0B03B"/>
              </a:solidFill>
              <a:latin typeface="Sora Medium" pitchFamily="0" charset="0"/>
              <a:ea typeface="Sora Medium" pitchFamily="0" charset="0"/>
              <a:cs typeface="Sora Medium" pitchFamily="0" charset="0"/>
              <a:sym typeface="Sora Medium" pitchFamily="0" charset="0"/>
            </a:endParaRPr>
          </a:p>
        </p:txBody>
      </p:sp>
      <p:sp>
        <p:nvSpPr>
          <p:cNvPr id="408" name="文本框"/>
          <p:cNvSpPr>
            <a:spLocks noGrp="1"/>
          </p:cNvSpPr>
          <p:nvPr>
            <p:ph type="subTitle" idx="6"/>
          </p:nvPr>
        </p:nvSpPr>
        <p:spPr>
          <a:xfrm rot="0">
            <a:off x="128725" y="382975"/>
            <a:ext cx="2660100" cy="1112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0" cap="none" spc="0" baseline="0">
                <a:solidFill>
                  <a:srgbClr val="353535"/>
                </a:solidFill>
                <a:latin typeface="IBM Plex Sans" pitchFamily="0" charset="0"/>
                <a:ea typeface="IBM Plex Sans" pitchFamily="0" charset="0"/>
                <a:cs typeface="IBM Plex Sans" pitchFamily="0" charset="0"/>
                <a:sym typeface="IBM Plex Sans" pitchFamily="0" charset="0"/>
              </a:rPr>
              <a:t>Future Scope &amp; Improvements</a:t>
            </a:r>
            <a:endParaRPr lang="zh-CN" altLang="en-US" sz="200" b="0" i="0" u="none" strike="noStrike" kern="0" cap="none" spc="0" baseline="0">
              <a:solidFill>
                <a:srgbClr val="353535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409" name="矩形"/>
          <p:cNvSpPr>
            <a:spLocks/>
          </p:cNvSpPr>
          <p:nvPr/>
        </p:nvSpPr>
        <p:spPr>
          <a:xfrm rot="0">
            <a:off x="1439363" y="1888300"/>
            <a:ext cx="407400" cy="6776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353535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1</a:t>
            </a:r>
            <a:endParaRPr lang="zh-CN" altLang="en-US" sz="1800" b="0" i="0" u="none" strike="noStrike" kern="0" cap="none" spc="0" baseline="0">
              <a:solidFill>
                <a:srgbClr val="353535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410" name="矩形"/>
          <p:cNvSpPr>
            <a:spLocks/>
          </p:cNvSpPr>
          <p:nvPr/>
        </p:nvSpPr>
        <p:spPr>
          <a:xfrm rot="0">
            <a:off x="4869875" y="1888349"/>
            <a:ext cx="407399" cy="677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353535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2</a:t>
            </a:r>
            <a:endParaRPr lang="zh-CN" altLang="en-US" sz="1800" b="0" i="0" u="none" strike="noStrike" kern="0" cap="none" spc="0" baseline="0">
              <a:solidFill>
                <a:srgbClr val="353535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411" name="矩形"/>
          <p:cNvSpPr>
            <a:spLocks/>
          </p:cNvSpPr>
          <p:nvPr/>
        </p:nvSpPr>
        <p:spPr>
          <a:xfrm rot="0">
            <a:off x="1439369" y="3258250"/>
            <a:ext cx="407400" cy="677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353535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3</a:t>
            </a:r>
            <a:endParaRPr lang="zh-CN" altLang="en-US" sz="1800" b="0" i="0" u="none" strike="noStrike" kern="0" cap="none" spc="0" baseline="0">
              <a:solidFill>
                <a:srgbClr val="353535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412" name="矩形"/>
          <p:cNvSpPr>
            <a:spLocks/>
          </p:cNvSpPr>
          <p:nvPr/>
        </p:nvSpPr>
        <p:spPr>
          <a:xfrm rot="0">
            <a:off x="4869881" y="3258250"/>
            <a:ext cx="407399" cy="677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353535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4</a:t>
            </a:r>
            <a:endParaRPr lang="zh-CN" altLang="en-US" sz="1800" b="0" i="0" u="none" strike="noStrike" kern="0" cap="none" spc="0" baseline="0">
              <a:solidFill>
                <a:srgbClr val="353535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413" name="文本框"/>
          <p:cNvSpPr>
            <a:spLocks noGrp="1"/>
          </p:cNvSpPr>
          <p:nvPr>
            <p:ph type="subTitle" idx="7"/>
          </p:nvPr>
        </p:nvSpPr>
        <p:spPr>
          <a:xfrm rot="0">
            <a:off x="1867950" y="1692275"/>
            <a:ext cx="2394900" cy="288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F0B03B"/>
                </a:solidFill>
                <a:latin typeface="Sora Medium" pitchFamily="0" charset="0"/>
                <a:ea typeface="Sora Medium" pitchFamily="0" charset="0"/>
                <a:cs typeface="Sora Medium" pitchFamily="0" charset="0"/>
                <a:sym typeface="Sora Medium" pitchFamily="0" charset="0"/>
              </a:rPr>
              <a:t>Add More Features</a:t>
            </a:r>
            <a:endParaRPr lang="zh-CN" altLang="en-US" sz="1200" b="0" i="0" u="none" strike="noStrike" kern="0" cap="none" spc="0" baseline="0">
              <a:solidFill>
                <a:srgbClr val="F0B03B"/>
              </a:solidFill>
              <a:latin typeface="Sora Medium" pitchFamily="0" charset="0"/>
              <a:ea typeface="Sora Medium" pitchFamily="0" charset="0"/>
              <a:cs typeface="Sora Medium" pitchFamily="0" charset="0"/>
              <a:sym typeface="Sora Medium" pitchFamily="0" charset="0"/>
            </a:endParaRPr>
          </a:p>
        </p:txBody>
      </p:sp>
      <p:sp>
        <p:nvSpPr>
          <p:cNvPr id="414" name="文本框"/>
          <p:cNvSpPr>
            <a:spLocks noGrp="1"/>
          </p:cNvSpPr>
          <p:nvPr>
            <p:ph type="body" idx="1"/>
          </p:nvPr>
        </p:nvSpPr>
        <p:spPr>
          <a:xfrm rot="0">
            <a:off x="1867950" y="2035300"/>
            <a:ext cx="2700000" cy="822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0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Introducing variables like skills, company size, job category, and location can significantly strengthen predictive power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15" name="文本框"/>
          <p:cNvSpPr>
            <a:spLocks noGrp="1"/>
          </p:cNvSpPr>
          <p:nvPr>
            <p:ph type="subTitle" idx="9"/>
          </p:nvPr>
        </p:nvSpPr>
        <p:spPr>
          <a:xfrm rot="0">
            <a:off x="5297575" y="1692275"/>
            <a:ext cx="2394900" cy="288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F0B03B"/>
                </a:solidFill>
                <a:latin typeface="Sora Medium" pitchFamily="0" charset="0"/>
                <a:ea typeface="Sora Medium" pitchFamily="0" charset="0"/>
                <a:cs typeface="Sora Medium" pitchFamily="0" charset="0"/>
                <a:sym typeface="Sora Medium" pitchFamily="0" charset="0"/>
              </a:rPr>
              <a:t>Better Algorithms</a:t>
            </a:r>
            <a:endParaRPr lang="zh-CN" altLang="en-US" sz="1200" b="0" i="0" u="none" strike="noStrike" kern="0" cap="none" spc="0" baseline="0">
              <a:solidFill>
                <a:srgbClr val="F0B03B"/>
              </a:solidFill>
              <a:latin typeface="Sora Medium" pitchFamily="0" charset="0"/>
              <a:ea typeface="Sora Medium" pitchFamily="0" charset="0"/>
              <a:cs typeface="Sora Medium" pitchFamily="0" charset="0"/>
              <a:sym typeface="Sora Medium" pitchFamily="0" charset="0"/>
            </a:endParaRPr>
          </a:p>
        </p:txBody>
      </p:sp>
      <p:sp>
        <p:nvSpPr>
          <p:cNvPr id="416" name="文本框"/>
          <p:cNvSpPr>
            <a:spLocks noGrp="1"/>
          </p:cNvSpPr>
          <p:nvPr>
            <p:ph type="subTitle"/>
          </p:nvPr>
        </p:nvSpPr>
        <p:spPr>
          <a:xfrm rot="0">
            <a:off x="5297575" y="3062124"/>
            <a:ext cx="2394900" cy="2883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F0B03B"/>
                </a:solidFill>
                <a:latin typeface="Sora Medium" pitchFamily="0" charset="0"/>
                <a:ea typeface="Sora Medium" pitchFamily="0" charset="0"/>
                <a:cs typeface="Sora Medium" pitchFamily="0" charset="0"/>
                <a:sym typeface="Sora Medium" pitchFamily="0" charset="0"/>
              </a:rPr>
              <a:t>Dataset Expansion</a:t>
            </a:r>
            <a:endParaRPr lang="zh-CN" altLang="en-US" sz="1200" b="0" i="0" u="none" strike="noStrike" kern="0" cap="none" spc="0" baseline="0">
              <a:solidFill>
                <a:srgbClr val="F0B03B"/>
              </a:solidFill>
              <a:latin typeface="Sora Medium" pitchFamily="0" charset="0"/>
              <a:ea typeface="Sora Medium" pitchFamily="0" charset="0"/>
              <a:cs typeface="Sora Medium" pitchFamily="0" charset="0"/>
              <a:sym typeface="Sora Medium" pitchFamily="0" charset="0"/>
            </a:endParaRPr>
          </a:p>
        </p:txBody>
      </p:sp>
      <p:sp>
        <p:nvSpPr>
          <p:cNvPr id="417" name="文本框"/>
          <p:cNvSpPr>
            <a:spLocks noGrp="1"/>
          </p:cNvSpPr>
          <p:nvPr>
            <p:ph type="body" idx="2"/>
          </p:nvPr>
        </p:nvSpPr>
        <p:spPr>
          <a:xfrm rot="0">
            <a:off x="1867950" y="3405150"/>
            <a:ext cx="2700000" cy="822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0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Build a simple web interface or dashboard to make predictions accessible and improve presentation value.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18" name="文本框"/>
          <p:cNvSpPr>
            <a:spLocks noGrp="1"/>
          </p:cNvSpPr>
          <p:nvPr>
            <p:ph type="body" idx="3"/>
          </p:nvPr>
        </p:nvSpPr>
        <p:spPr>
          <a:xfrm rot="0">
            <a:off x="5297575" y="2035300"/>
            <a:ext cx="2700000" cy="822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0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Experiment with tuned hyperparameters and advanced models like XGBoost, CatBoost, or lightweight neural networks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19" name="文本框"/>
          <p:cNvSpPr>
            <a:spLocks noGrp="1"/>
          </p:cNvSpPr>
          <p:nvPr>
            <p:ph type="body" idx="4"/>
          </p:nvPr>
        </p:nvSpPr>
        <p:spPr>
          <a:xfrm rot="0">
            <a:off x="5297575" y="3405150"/>
            <a:ext cx="2700000" cy="8229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0" rIns="91425" bIns="91425" anchor="t" anchorCtr="0">
            <a:prstTxWarp prst="textNoShape"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Collecting more data from open sources or job portals can build a stronger and more representative training set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20" name="曲线"/>
          <p:cNvSpPr>
            <a:spLocks/>
          </p:cNvSpPr>
          <p:nvPr/>
        </p:nvSpPr>
        <p:spPr>
          <a:xfrm rot="10800000">
            <a:off x="1235525" y="1596200"/>
            <a:ext cx="632425" cy="1261900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0" y="21599"/>
                </a:lnTo>
                <a:lnTo>
                  <a:pt x="2300" y="21549"/>
                </a:lnTo>
                <a:lnTo>
                  <a:pt x="4400" y="21399"/>
                </a:lnTo>
                <a:lnTo>
                  <a:pt x="6500" y="21098"/>
                </a:lnTo>
                <a:lnTo>
                  <a:pt x="8400" y="20747"/>
                </a:lnTo>
                <a:lnTo>
                  <a:pt x="10300" y="20296"/>
                </a:lnTo>
                <a:lnTo>
                  <a:pt x="12099" y="19745"/>
                </a:lnTo>
                <a:lnTo>
                  <a:pt x="13800" y="19144"/>
                </a:lnTo>
                <a:lnTo>
                  <a:pt x="15300" y="18442"/>
                </a:lnTo>
                <a:lnTo>
                  <a:pt x="16699" y="17690"/>
                </a:lnTo>
                <a:lnTo>
                  <a:pt x="17900" y="16838"/>
                </a:lnTo>
                <a:lnTo>
                  <a:pt x="19000" y="15936"/>
                </a:lnTo>
                <a:lnTo>
                  <a:pt x="19899" y="14984"/>
                </a:lnTo>
                <a:lnTo>
                  <a:pt x="20600" y="14032"/>
                </a:lnTo>
                <a:lnTo>
                  <a:pt x="21199" y="12979"/>
                </a:lnTo>
                <a:lnTo>
                  <a:pt x="21500" y="11927"/>
                </a:lnTo>
                <a:lnTo>
                  <a:pt x="21600" y="10824"/>
                </a:lnTo>
                <a:lnTo>
                  <a:pt x="21500" y="9722"/>
                </a:lnTo>
                <a:lnTo>
                  <a:pt x="21199" y="8620"/>
                </a:lnTo>
                <a:lnTo>
                  <a:pt x="20600" y="7617"/>
                </a:lnTo>
                <a:lnTo>
                  <a:pt x="19899" y="6615"/>
                </a:lnTo>
                <a:lnTo>
                  <a:pt x="19000" y="5663"/>
                </a:lnTo>
                <a:lnTo>
                  <a:pt x="17900" y="4761"/>
                </a:lnTo>
                <a:lnTo>
                  <a:pt x="16699" y="3959"/>
                </a:lnTo>
                <a:lnTo>
                  <a:pt x="15300" y="3157"/>
                </a:lnTo>
                <a:lnTo>
                  <a:pt x="13800" y="2455"/>
                </a:lnTo>
                <a:lnTo>
                  <a:pt x="12099" y="1854"/>
                </a:lnTo>
                <a:lnTo>
                  <a:pt x="10300" y="1303"/>
                </a:lnTo>
                <a:lnTo>
                  <a:pt x="8400" y="852"/>
                </a:lnTo>
                <a:lnTo>
                  <a:pt x="6500" y="501"/>
                </a:lnTo>
                <a:lnTo>
                  <a:pt x="4400" y="250"/>
                </a:lnTo>
                <a:lnTo>
                  <a:pt x="2300" y="5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5777">
                  <a:alpha val="100000"/>
                </a:srgbClr>
              </a:gs>
              <a:gs pos="58000">
                <a:srgbClr val="F0B03B">
                  <a:alpha val="100000"/>
                </a:srgbClr>
              </a:gs>
              <a:gs pos="100000">
                <a:srgbClr val="F0B03B">
                  <a:alpha val="100000"/>
                </a:srgbClr>
              </a:gs>
            </a:gsLst>
            <a:lin ang="13500000" scaled="1"/>
          </a:gradFill>
          <a:ln w="9525" cmpd="sng" cap="flat">
            <a:solidFill>
              <a:srgbClr val="666666"/>
            </a:solidFill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4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21" name="矩形"/>
          <p:cNvSpPr>
            <a:spLocks/>
          </p:cNvSpPr>
          <p:nvPr/>
        </p:nvSpPr>
        <p:spPr>
          <a:xfrm rot="0">
            <a:off x="1415388" y="1888349"/>
            <a:ext cx="407400" cy="6777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0" cap="none" spc="0" baseline="0">
                <a:solidFill>
                  <a:srgbClr val="353535"/>
                </a:solidFill>
                <a:latin typeface="IBM Plex Sans Medium" pitchFamily="0" charset="0"/>
                <a:ea typeface="IBM Plex Sans Medium" pitchFamily="0" charset="0"/>
                <a:cs typeface="IBM Plex Sans Medium" pitchFamily="0" charset="0"/>
                <a:sym typeface="IBM Plex Sans Medium" pitchFamily="0" charset="0"/>
              </a:rPr>
              <a:t>1</a:t>
            </a:r>
            <a:endParaRPr lang="zh-CN" altLang="en-US" sz="1800" b="0" i="0" u="none" strike="noStrike" kern="0" cap="none" spc="0" baseline="0">
              <a:solidFill>
                <a:srgbClr val="353535"/>
              </a:solidFill>
              <a:latin typeface="IBM Plex Sans Medium" pitchFamily="0" charset="0"/>
              <a:ea typeface="IBM Plex Sans Medium" pitchFamily="0" charset="0"/>
              <a:cs typeface="IBM Plex Sans Medium" pitchFamily="0" charset="0"/>
              <a:sym typeface="IBM Plex Sans Medium" pitchFamily="0" charset="0"/>
            </a:endParaRPr>
          </a:p>
        </p:txBody>
      </p:sp>
      <p:sp>
        <p:nvSpPr>
          <p:cNvPr id="422" name="矩形"/>
          <p:cNvSpPr>
            <a:spLocks/>
          </p:cNvSpPr>
          <p:nvPr/>
        </p:nvSpPr>
        <p:spPr>
          <a:xfrm rot="0">
            <a:off x="2898599" y="474500"/>
            <a:ext cx="3904200" cy="520200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Future Enhancements</a:t>
            </a:r>
            <a:endParaRPr lang="zh-CN" altLang="en-US" sz="10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23" name="文本框"/>
          <p:cNvSpPr>
            <a:spLocks noGrp="1"/>
          </p:cNvSpPr>
          <p:nvPr>
            <p:ph type="title"/>
          </p:nvPr>
        </p:nvSpPr>
        <p:spPr>
          <a:xfrm rot="0">
            <a:off x="228600" y="4774929"/>
            <a:ext cx="1939200" cy="189299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0" tIns="0" rIns="0" bIns="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0" cap="none" spc="0" baseline="0">
                <a:solidFill>
                  <a:schemeClr val="accent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Nov/2025</a:t>
            </a:r>
            <a:endParaRPr lang="zh-CN" altLang="en-US" sz="900" b="0" i="0" u="none" strike="noStrike" kern="0" cap="none" spc="0" baseline="0">
              <a:solidFill>
                <a:srgbClr val="E3DFD6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24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 ExtraLight" pitchFamily="0" charset="0"/>
                <a:ea typeface="Sora ExtraLight" pitchFamily="0" charset="0"/>
                <a:cs typeface="Sora ExtraLight" pitchFamily="0" charset="0"/>
                <a:sym typeface="Sora ExtraLight" pitchFamily="0" charset="0"/>
              </a:rPr>
              <a:t>10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 ExtraLight" pitchFamily="0" charset="0"/>
              <a:ea typeface="Sora ExtraLight" pitchFamily="0" charset="0"/>
              <a:cs typeface="Sora ExtraLight" pitchFamily="0" charset="0"/>
              <a:sym typeface="Sora ExtraLigh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2467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E3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文本框"/>
          <p:cNvSpPr>
            <a:spLocks noGrp="1"/>
          </p:cNvSpPr>
          <p:nvPr>
            <p:ph type="title"/>
          </p:nvPr>
        </p:nvSpPr>
        <p:spPr>
          <a:xfrm rot="0">
            <a:off x="2662050" y="1569925"/>
            <a:ext cx="3819900" cy="1011524"/>
          </a:xfrm>
          <a:prstGeom prst="rect"/>
          <a:noFill/>
          <a:ln w="12700" cmpd="sng" cap="flat">
            <a:noFill/>
            <a:prstDash val="solid"/>
            <a:round/>
          </a:ln>
        </p:spPr>
        <p:txBody>
          <a:bodyPr vert="horz" wrap="square" lIns="91425" tIns="91425" rIns="91425" bIns="91425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5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Thank you</a:t>
            </a:r>
            <a:endParaRPr lang="zh-CN" altLang="en-US" sz="55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  <p:sp>
        <p:nvSpPr>
          <p:cNvPr id="434" name="文本框"/>
          <p:cNvSpPr>
            <a:spLocks noGrp="1"/>
          </p:cNvSpPr>
          <p:nvPr>
            <p:ph type="sldNum"/>
          </p:nvPr>
        </p:nvSpPr>
        <p:spPr>
          <a:xfrm rot="0">
            <a:off x="8556784" y="4749851"/>
            <a:ext cx="548700" cy="39359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25" tIns="91425" rIns="91425" bIns="91425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353535"/>
                </a:solidFill>
                <a:latin typeface="Sora" pitchFamily="0" charset="0"/>
                <a:ea typeface="Sora" pitchFamily="0" charset="0"/>
                <a:cs typeface="Sora" pitchFamily="0" charset="0"/>
                <a:sym typeface="Sora" pitchFamily="0" charset="0"/>
              </a:rPr>
              <a:t>11</a:t>
            </a:fld>
            <a:endParaRPr lang="zh-CN" altLang="en-US" sz="1300" b="0" i="0" u="none" strike="noStrike" kern="0" cap="none" spc="0" baseline="0">
              <a:solidFill>
                <a:srgbClr val="353535"/>
              </a:solidFill>
              <a:latin typeface="Sora" pitchFamily="0" charset="0"/>
              <a:ea typeface="Sora" pitchFamily="0" charset="0"/>
              <a:cs typeface="Sora" pitchFamily="0" charset="0"/>
              <a:sym typeface="Sora" pitchFamily="0" charset="0"/>
            </a:endParaRPr>
          </a:p>
        </p:txBody>
      </p:sp>
      <p:sp>
        <p:nvSpPr>
          <p:cNvPr id="438" name="文本框"/>
          <p:cNvSpPr txBox="1">
            <a:spLocks/>
          </p:cNvSpPr>
          <p:nvPr/>
        </p:nvSpPr>
        <p:spPr>
          <a:xfrm rot="0">
            <a:off x="2428838" y="3971864"/>
            <a:ext cx="4762427" cy="300989"/>
          </a:xfrm>
          <a:prstGeom prst="rect"/>
          <a:solidFill>
            <a:srgbClr val="FFC000"/>
          </a:solidFill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pitchFamily="0" charset="0"/>
                <a:ea typeface="Arial" pitchFamily="0" charset="0"/>
                <a:cs typeface="Lucida Sans"/>
              </a:rPr>
              <a:t>https://github.com/avighosh8944/SALARY-PREDICTION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Arial" pitchFamily="0" charset="0"/>
              <a:ea typeface="Arial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518273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EEEEEE"/>
      </a:dk2>
      <a:lt2>
        <a:srgbClr val="595959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Simple Ligh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Simple Light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GEOMETRIC OVERLAYS">
  <a:themeElements>
    <a:clrScheme name="GEOMETRIC OVERLAYS">
      <a:dk1>
        <a:srgbClr val="FFFFFF"/>
      </a:dk1>
      <a:lt1>
        <a:srgbClr val="353535"/>
      </a:lt1>
      <a:dk2>
        <a:srgbClr val="F0B03B"/>
      </a:dk2>
      <a:lt2>
        <a:srgbClr val="E3DFD6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GEOMETRIC OVERLAYS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GEOMETRIC OVERLAYS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3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root</cp:lastModifiedBy>
  <cp:revision>0</cp:revision>
  <dcterms:modified xsi:type="dcterms:W3CDTF">2025-11-17T08:24:50Z</dcterms:modified>
</cp:coreProperties>
</file>